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"/>
  </p:handoutMasterIdLst>
  <p:sldSz cx="18288000" cy="10287000"/>
  <p:notesSz cx="9144000" cy="6858000"/>
  <p:embeddedFontLst>
    <p:embeddedFont>
      <p:font typeface="Bodoni 72" pitchFamily="2" charset="0"/>
      <p:regular r:id="rId3"/>
      <p:bold r:id="rId4"/>
      <p:italic r:id="rId5"/>
    </p:embeddedFont>
    <p:embeddedFont>
      <p:font typeface="Bodoni 72 Book" pitchFamily="2" charset="0"/>
      <p:regular r:id="rId6"/>
      <p:italic r:id="rId7"/>
    </p:embeddedFont>
    <p:embeddedFont>
      <p:font typeface="Bodoni 72 Book" pitchFamily="2" charset="0"/>
      <p:regular r:id="rId6"/>
      <p: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1DE"/>
    <a:srgbClr val="FCF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6113" autoAdjust="0"/>
    <p:restoredTop sz="94622" autoAdjust="0"/>
  </p:normalViewPr>
  <p:slideViewPr>
    <p:cSldViewPr>
      <p:cViewPr varScale="1">
        <p:scale>
          <a:sx n="54" d="100"/>
          <a:sy n="54" d="100"/>
        </p:scale>
        <p:origin x="264" y="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32" d="100"/>
          <a:sy n="132" d="100"/>
        </p:scale>
        <p:origin x="2080" y="1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046AC9-FFEF-9493-BC6F-A90AEBE08B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FF4D0-43D6-B685-F8C6-8C1D567788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59538-56EA-8441-B99D-09395A2F925B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4CD2D-D0FA-052E-69BE-72787D01A4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4CE7F-9A6F-2FD2-555C-F99A7B101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B0F99-50EE-D645-A58B-1B465BF3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52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AB27FA89-31D4-AC0E-7979-DF2DCCF2511D}"/>
              </a:ext>
            </a:extLst>
          </p:cNvPr>
          <p:cNvGrpSpPr/>
          <p:nvPr userDrawn="1"/>
        </p:nvGrpSpPr>
        <p:grpSpPr>
          <a:xfrm rot="126093">
            <a:off x="1587386" y="466966"/>
            <a:ext cx="16230600" cy="10131699"/>
            <a:chOff x="0" y="0"/>
            <a:chExt cx="21640800" cy="13508932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0826123F-B2DF-9482-D1B5-30578D9B2433}"/>
                </a:ext>
              </a:extLst>
            </p:cNvPr>
            <p:cNvGrpSpPr/>
            <p:nvPr/>
          </p:nvGrpSpPr>
          <p:grpSpPr>
            <a:xfrm>
              <a:off x="0" y="356727"/>
              <a:ext cx="21640800" cy="13152205"/>
              <a:chOff x="0" y="0"/>
              <a:chExt cx="5816681" cy="3535090"/>
            </a:xfrm>
          </p:grpSpPr>
          <p:sp>
            <p:nvSpPr>
              <p:cNvPr id="9" name="Freeform 4">
                <a:extLst>
                  <a:ext uri="{FF2B5EF4-FFF2-40B4-BE49-F238E27FC236}">
                    <a16:creationId xmlns:a16="http://schemas.microsoft.com/office/drawing/2014/main" id="{41FD51DE-69C9-2769-FEE9-7ECDA460AC32}"/>
                  </a:ext>
                </a:extLst>
              </p:cNvPr>
              <p:cNvSpPr/>
              <p:nvPr/>
            </p:nvSpPr>
            <p:spPr>
              <a:xfrm>
                <a:off x="0" y="0"/>
                <a:ext cx="5816681" cy="3535090"/>
              </a:xfrm>
              <a:custGeom>
                <a:avLst/>
                <a:gdLst/>
                <a:ahLst/>
                <a:cxnLst/>
                <a:rect l="l" t="t" r="r" b="b"/>
                <a:pathLst>
                  <a:path w="5816681" h="3535090">
                    <a:moveTo>
                      <a:pt x="17649" y="0"/>
                    </a:moveTo>
                    <a:lnTo>
                      <a:pt x="5799032" y="0"/>
                    </a:lnTo>
                    <a:cubicBezTo>
                      <a:pt x="5803712" y="0"/>
                      <a:pt x="5808202" y="1859"/>
                      <a:pt x="5811512" y="5169"/>
                    </a:cubicBezTo>
                    <a:cubicBezTo>
                      <a:pt x="5814821" y="8479"/>
                      <a:pt x="5816681" y="12968"/>
                      <a:pt x="5816681" y="17649"/>
                    </a:cubicBezTo>
                    <a:lnTo>
                      <a:pt x="5816681" y="3517441"/>
                    </a:lnTo>
                    <a:cubicBezTo>
                      <a:pt x="5816681" y="3522122"/>
                      <a:pt x="5814821" y="3526611"/>
                      <a:pt x="5811512" y="3529921"/>
                    </a:cubicBezTo>
                    <a:cubicBezTo>
                      <a:pt x="5808202" y="3533230"/>
                      <a:pt x="5803712" y="3535090"/>
                      <a:pt x="5799032" y="3535090"/>
                    </a:cubicBezTo>
                    <a:lnTo>
                      <a:pt x="17649" y="3535090"/>
                    </a:lnTo>
                    <a:cubicBezTo>
                      <a:pt x="12968" y="3535090"/>
                      <a:pt x="8479" y="3533230"/>
                      <a:pt x="5169" y="3529921"/>
                    </a:cubicBezTo>
                    <a:cubicBezTo>
                      <a:pt x="1859" y="3526611"/>
                      <a:pt x="0" y="3522122"/>
                      <a:pt x="0" y="3517441"/>
                    </a:cubicBezTo>
                    <a:lnTo>
                      <a:pt x="0" y="17649"/>
                    </a:lnTo>
                    <a:cubicBezTo>
                      <a:pt x="0" y="12968"/>
                      <a:pt x="1859" y="8479"/>
                      <a:pt x="5169" y="5169"/>
                    </a:cubicBezTo>
                    <a:cubicBezTo>
                      <a:pt x="8479" y="1859"/>
                      <a:pt x="12968" y="0"/>
                      <a:pt x="17649" y="0"/>
                    </a:cubicBezTo>
                    <a:close/>
                  </a:path>
                </a:pathLst>
              </a:custGeom>
              <a:solidFill>
                <a:srgbClr val="FFD2C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0284F8B3-5EA7-BD3E-081D-4C4EA5C5628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816681" cy="3563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BCDAB92-88E4-C035-00B9-7B1650B21B44}"/>
                </a:ext>
              </a:extLst>
            </p:cNvPr>
            <p:cNvGrpSpPr/>
            <p:nvPr/>
          </p:nvGrpSpPr>
          <p:grpSpPr>
            <a:xfrm>
              <a:off x="0" y="0"/>
              <a:ext cx="6869436" cy="2012511"/>
              <a:chOff x="0" y="0"/>
              <a:chExt cx="1846388" cy="540929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E6C964D5-A26B-E684-21AF-C74A7471A877}"/>
                  </a:ext>
                </a:extLst>
              </p:cNvPr>
              <p:cNvSpPr/>
              <p:nvPr/>
            </p:nvSpPr>
            <p:spPr>
              <a:xfrm>
                <a:off x="0" y="0"/>
                <a:ext cx="1846388" cy="540929"/>
              </a:xfrm>
              <a:custGeom>
                <a:avLst/>
                <a:gdLst/>
                <a:ahLst/>
                <a:cxnLst/>
                <a:rect l="l" t="t" r="r" b="b"/>
                <a:pathLst>
                  <a:path w="1846388" h="540929">
                    <a:moveTo>
                      <a:pt x="1643188" y="0"/>
                    </a:moveTo>
                    <a:cubicBezTo>
                      <a:pt x="1755412" y="0"/>
                      <a:pt x="1846388" y="121091"/>
                      <a:pt x="1846388" y="270464"/>
                    </a:cubicBezTo>
                    <a:cubicBezTo>
                      <a:pt x="1846388" y="419838"/>
                      <a:pt x="1755412" y="540929"/>
                      <a:pt x="1643188" y="540929"/>
                    </a:cubicBezTo>
                    <a:lnTo>
                      <a:pt x="203200" y="540929"/>
                    </a:lnTo>
                    <a:cubicBezTo>
                      <a:pt x="90976" y="540929"/>
                      <a:pt x="0" y="419838"/>
                      <a:pt x="0" y="270464"/>
                    </a:cubicBezTo>
                    <a:cubicBezTo>
                      <a:pt x="0" y="12109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D2C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535985A-547D-6D30-FF55-0230C75283B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846388" cy="5695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C3622C16-E67B-3BA2-EB42-C4E8523CAC34}"/>
              </a:ext>
            </a:extLst>
          </p:cNvPr>
          <p:cNvGrpSpPr/>
          <p:nvPr userDrawn="1"/>
        </p:nvGrpSpPr>
        <p:grpSpPr>
          <a:xfrm>
            <a:off x="1028700" y="1028700"/>
            <a:ext cx="16230600" cy="9864153"/>
            <a:chOff x="0" y="0"/>
            <a:chExt cx="5816681" cy="3535090"/>
          </a:xfrm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60FD1414-6E96-B5DA-3E8F-56F987C5E535}"/>
                </a:ext>
              </a:extLst>
            </p:cNvPr>
            <p:cNvSpPr/>
            <p:nvPr/>
          </p:nvSpPr>
          <p:spPr>
            <a:xfrm>
              <a:off x="0" y="0"/>
              <a:ext cx="5816681" cy="3535090"/>
            </a:xfrm>
            <a:custGeom>
              <a:avLst/>
              <a:gdLst/>
              <a:ahLst/>
              <a:cxnLst/>
              <a:rect l="l" t="t" r="r" b="b"/>
              <a:pathLst>
                <a:path w="5816681" h="3535090">
                  <a:moveTo>
                    <a:pt x="17649" y="0"/>
                  </a:moveTo>
                  <a:lnTo>
                    <a:pt x="5799032" y="0"/>
                  </a:lnTo>
                  <a:cubicBezTo>
                    <a:pt x="5803712" y="0"/>
                    <a:pt x="5808202" y="1859"/>
                    <a:pt x="5811512" y="5169"/>
                  </a:cubicBezTo>
                  <a:cubicBezTo>
                    <a:pt x="5814821" y="8479"/>
                    <a:pt x="5816681" y="12968"/>
                    <a:pt x="5816681" y="17649"/>
                  </a:cubicBezTo>
                  <a:lnTo>
                    <a:pt x="5816681" y="3517441"/>
                  </a:lnTo>
                  <a:cubicBezTo>
                    <a:pt x="5816681" y="3522122"/>
                    <a:pt x="5814821" y="3526611"/>
                    <a:pt x="5811512" y="3529921"/>
                  </a:cubicBezTo>
                  <a:cubicBezTo>
                    <a:pt x="5808202" y="3533230"/>
                    <a:pt x="5803712" y="3535090"/>
                    <a:pt x="5799032" y="3535090"/>
                  </a:cubicBezTo>
                  <a:lnTo>
                    <a:pt x="17649" y="3535090"/>
                  </a:lnTo>
                  <a:cubicBezTo>
                    <a:pt x="12968" y="3535090"/>
                    <a:pt x="8479" y="3533230"/>
                    <a:pt x="5169" y="3529921"/>
                  </a:cubicBezTo>
                  <a:cubicBezTo>
                    <a:pt x="1859" y="3526611"/>
                    <a:pt x="0" y="3522122"/>
                    <a:pt x="0" y="3517441"/>
                  </a:cubicBezTo>
                  <a:lnTo>
                    <a:pt x="0" y="17649"/>
                  </a:lnTo>
                  <a:cubicBezTo>
                    <a:pt x="0" y="12968"/>
                    <a:pt x="1859" y="8479"/>
                    <a:pt x="5169" y="5169"/>
                  </a:cubicBezTo>
                  <a:cubicBezTo>
                    <a:pt x="8479" y="1859"/>
                    <a:pt x="12968" y="0"/>
                    <a:pt x="17649" y="0"/>
                  </a:cubicBezTo>
                  <a:close/>
                </a:path>
              </a:pathLst>
            </a:custGeom>
            <a:solidFill>
              <a:srgbClr val="F6FF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41E09D66-32D0-5E38-1156-619E5BDD22CC}"/>
                </a:ext>
              </a:extLst>
            </p:cNvPr>
            <p:cNvSpPr txBox="1"/>
            <p:nvPr/>
          </p:nvSpPr>
          <p:spPr>
            <a:xfrm>
              <a:off x="0" y="-28575"/>
              <a:ext cx="5816681" cy="3563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" name="Freeform 24">
            <a:extLst>
              <a:ext uri="{FF2B5EF4-FFF2-40B4-BE49-F238E27FC236}">
                <a16:creationId xmlns:a16="http://schemas.microsoft.com/office/drawing/2014/main" id="{7E19193A-44ED-5E3D-6C72-A54F4C2E0A58}"/>
              </a:ext>
            </a:extLst>
          </p:cNvPr>
          <p:cNvSpPr/>
          <p:nvPr userDrawn="1"/>
        </p:nvSpPr>
        <p:spPr>
          <a:xfrm rot="427094">
            <a:off x="16561901" y="531536"/>
            <a:ext cx="564948" cy="2172876"/>
          </a:xfrm>
          <a:custGeom>
            <a:avLst/>
            <a:gdLst/>
            <a:ahLst/>
            <a:cxnLst/>
            <a:rect l="l" t="t" r="r" b="b"/>
            <a:pathLst>
              <a:path w="564948" h="2172876">
                <a:moveTo>
                  <a:pt x="0" y="0"/>
                </a:moveTo>
                <a:lnTo>
                  <a:pt x="564948" y="0"/>
                </a:lnTo>
                <a:lnTo>
                  <a:pt x="564948" y="2172877"/>
                </a:lnTo>
                <a:lnTo>
                  <a:pt x="0" y="217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5600" y="1589612"/>
            <a:ext cx="11887200" cy="7748422"/>
          </a:xfrm>
        </p:spPr>
        <p:txBody>
          <a:bodyPr>
            <a:normAutofit/>
          </a:bodyPr>
          <a:lstStyle>
            <a:lvl1pPr>
              <a:defRPr sz="100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4D9ED4BC-B734-B686-3E31-A364B2480265}"/>
              </a:ext>
            </a:extLst>
          </p:cNvPr>
          <p:cNvSpPr/>
          <p:nvPr userDrawn="1"/>
        </p:nvSpPr>
        <p:spPr>
          <a:xfrm rot="19699697">
            <a:off x="13568912" y="7418573"/>
            <a:ext cx="3197035" cy="2557628"/>
          </a:xfrm>
          <a:custGeom>
            <a:avLst/>
            <a:gdLst/>
            <a:ahLst/>
            <a:cxnLst/>
            <a:rect l="l" t="t" r="r" b="b"/>
            <a:pathLst>
              <a:path w="3197035" h="2557628">
                <a:moveTo>
                  <a:pt x="0" y="0"/>
                </a:moveTo>
                <a:lnTo>
                  <a:pt x="3197035" y="0"/>
                </a:lnTo>
                <a:lnTo>
                  <a:pt x="3197035" y="2557628"/>
                </a:lnTo>
                <a:lnTo>
                  <a:pt x="0" y="2557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15">
            <a:extLst>
              <a:ext uri="{FF2B5EF4-FFF2-40B4-BE49-F238E27FC236}">
                <a16:creationId xmlns:a16="http://schemas.microsoft.com/office/drawing/2014/main" id="{54598586-2DF4-FD4D-2481-392ED61906B9}"/>
              </a:ext>
            </a:extLst>
          </p:cNvPr>
          <p:cNvSpPr/>
          <p:nvPr userDrawn="1"/>
        </p:nvSpPr>
        <p:spPr>
          <a:xfrm rot="19889625">
            <a:off x="14597043" y="8455353"/>
            <a:ext cx="1342272" cy="683491"/>
          </a:xfrm>
          <a:custGeom>
            <a:avLst/>
            <a:gdLst/>
            <a:ahLst/>
            <a:cxnLst/>
            <a:rect l="l" t="t" r="r" b="b"/>
            <a:pathLst>
              <a:path w="711979" h="362543">
                <a:moveTo>
                  <a:pt x="355990" y="0"/>
                </a:moveTo>
                <a:cubicBezTo>
                  <a:pt x="159382" y="0"/>
                  <a:pt x="0" y="81158"/>
                  <a:pt x="0" y="181272"/>
                </a:cubicBezTo>
                <a:cubicBezTo>
                  <a:pt x="0" y="281385"/>
                  <a:pt x="159382" y="362543"/>
                  <a:pt x="355990" y="362543"/>
                </a:cubicBezTo>
                <a:cubicBezTo>
                  <a:pt x="552597" y="362543"/>
                  <a:pt x="711979" y="281385"/>
                  <a:pt x="711979" y="181272"/>
                </a:cubicBezTo>
                <a:cubicBezTo>
                  <a:pt x="711979" y="81158"/>
                  <a:pt x="552597" y="0"/>
                  <a:pt x="3559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D9324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5" name="Freeform 21">
            <a:extLst>
              <a:ext uri="{FF2B5EF4-FFF2-40B4-BE49-F238E27FC236}">
                <a16:creationId xmlns:a16="http://schemas.microsoft.com/office/drawing/2014/main" id="{18DC5954-C70F-C24A-0FE6-DA5F42ED1804}"/>
              </a:ext>
            </a:extLst>
          </p:cNvPr>
          <p:cNvSpPr/>
          <p:nvPr userDrawn="1"/>
        </p:nvSpPr>
        <p:spPr>
          <a:xfrm rot="-5400000">
            <a:off x="11004623" y="7120527"/>
            <a:ext cx="888935" cy="2657144"/>
          </a:xfrm>
          <a:custGeom>
            <a:avLst/>
            <a:gdLst/>
            <a:ahLst/>
            <a:cxnLst/>
            <a:rect l="l" t="t" r="r" b="b"/>
            <a:pathLst>
              <a:path w="888935" h="2657144">
                <a:moveTo>
                  <a:pt x="0" y="0"/>
                </a:moveTo>
                <a:lnTo>
                  <a:pt x="888935" y="0"/>
                </a:lnTo>
                <a:lnTo>
                  <a:pt x="888935" y="2657144"/>
                </a:lnTo>
                <a:lnTo>
                  <a:pt x="0" y="26571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22F39AA-1F96-FE44-57ED-EB62B4E20221}"/>
              </a:ext>
            </a:extLst>
          </p:cNvPr>
          <p:cNvGrpSpPr/>
          <p:nvPr userDrawn="1"/>
        </p:nvGrpSpPr>
        <p:grpSpPr>
          <a:xfrm rot="-231599">
            <a:off x="448086" y="1462340"/>
            <a:ext cx="7768784" cy="5167712"/>
            <a:chOff x="0" y="0"/>
            <a:chExt cx="9369490" cy="537762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25D7A8C-A0BF-5306-6F8A-A8FC7B973E13}"/>
                </a:ext>
              </a:extLst>
            </p:cNvPr>
            <p:cNvGrpSpPr/>
            <p:nvPr/>
          </p:nvGrpSpPr>
          <p:grpSpPr>
            <a:xfrm>
              <a:off x="0" y="446792"/>
              <a:ext cx="9369490" cy="4930832"/>
              <a:chOff x="0" y="0"/>
              <a:chExt cx="2518360" cy="1325324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A2E82A50-B591-AC9A-5C18-147B89A7D5C1}"/>
                  </a:ext>
                </a:extLst>
              </p:cNvPr>
              <p:cNvSpPr/>
              <p:nvPr/>
            </p:nvSpPr>
            <p:spPr>
              <a:xfrm>
                <a:off x="0" y="0"/>
                <a:ext cx="2518360" cy="1325324"/>
              </a:xfrm>
              <a:custGeom>
                <a:avLst/>
                <a:gdLst/>
                <a:ahLst/>
                <a:cxnLst/>
                <a:rect l="l" t="t" r="r" b="b"/>
                <a:pathLst>
                  <a:path w="2518360" h="1325324">
                    <a:moveTo>
                      <a:pt x="40764" y="0"/>
                    </a:moveTo>
                    <a:lnTo>
                      <a:pt x="2477597" y="0"/>
                    </a:lnTo>
                    <a:cubicBezTo>
                      <a:pt x="2500110" y="0"/>
                      <a:pt x="2518360" y="18251"/>
                      <a:pt x="2518360" y="40764"/>
                    </a:cubicBezTo>
                    <a:lnTo>
                      <a:pt x="2518360" y="1284560"/>
                    </a:lnTo>
                    <a:cubicBezTo>
                      <a:pt x="2518360" y="1295372"/>
                      <a:pt x="2514066" y="1305740"/>
                      <a:pt x="2506421" y="1313385"/>
                    </a:cubicBezTo>
                    <a:cubicBezTo>
                      <a:pt x="2498776" y="1321029"/>
                      <a:pt x="2488408" y="1325324"/>
                      <a:pt x="2477597" y="1325324"/>
                    </a:cubicBezTo>
                    <a:lnTo>
                      <a:pt x="40764" y="1325324"/>
                    </a:lnTo>
                    <a:cubicBezTo>
                      <a:pt x="29952" y="1325324"/>
                      <a:pt x="19584" y="1321029"/>
                      <a:pt x="11939" y="1313385"/>
                    </a:cubicBezTo>
                    <a:cubicBezTo>
                      <a:pt x="4295" y="1305740"/>
                      <a:pt x="0" y="1295372"/>
                      <a:pt x="0" y="1284560"/>
                    </a:cubicBezTo>
                    <a:lnTo>
                      <a:pt x="0" y="40764"/>
                    </a:lnTo>
                    <a:cubicBezTo>
                      <a:pt x="0" y="29952"/>
                      <a:pt x="4295" y="19584"/>
                      <a:pt x="11939" y="11939"/>
                    </a:cubicBezTo>
                    <a:cubicBezTo>
                      <a:pt x="19584" y="4295"/>
                      <a:pt x="29952" y="0"/>
                      <a:pt x="4076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F90253D7-2CE5-23C3-3FB0-78B02CBF797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18360" cy="1353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6" name="Group 7">
              <a:extLst>
                <a:ext uri="{FF2B5EF4-FFF2-40B4-BE49-F238E27FC236}">
                  <a16:creationId xmlns:a16="http://schemas.microsoft.com/office/drawing/2014/main" id="{9E4E044D-3B25-CAA2-C09E-8E77440423C4}"/>
                </a:ext>
              </a:extLst>
            </p:cNvPr>
            <p:cNvGrpSpPr/>
            <p:nvPr/>
          </p:nvGrpSpPr>
          <p:grpSpPr>
            <a:xfrm>
              <a:off x="0" y="0"/>
              <a:ext cx="4023572" cy="1409598"/>
              <a:chOff x="0" y="0"/>
              <a:chExt cx="1081468" cy="378876"/>
            </a:xfrm>
          </p:grpSpPr>
          <p:sp>
            <p:nvSpPr>
              <p:cNvPr id="7" name="Freeform 8">
                <a:extLst>
                  <a:ext uri="{FF2B5EF4-FFF2-40B4-BE49-F238E27FC236}">
                    <a16:creationId xmlns:a16="http://schemas.microsoft.com/office/drawing/2014/main" id="{8BA2CD21-6569-4602-ED78-1C89A167B0D6}"/>
                  </a:ext>
                </a:extLst>
              </p:cNvPr>
              <p:cNvSpPr/>
              <p:nvPr/>
            </p:nvSpPr>
            <p:spPr>
              <a:xfrm>
                <a:off x="0" y="0"/>
                <a:ext cx="1081468" cy="378876"/>
              </a:xfrm>
              <a:custGeom>
                <a:avLst/>
                <a:gdLst/>
                <a:ahLst/>
                <a:cxnLst/>
                <a:rect l="l" t="t" r="r" b="b"/>
                <a:pathLst>
                  <a:path w="1081468" h="378876">
                    <a:moveTo>
                      <a:pt x="94924" y="0"/>
                    </a:moveTo>
                    <a:lnTo>
                      <a:pt x="986544" y="0"/>
                    </a:lnTo>
                    <a:cubicBezTo>
                      <a:pt x="1011719" y="0"/>
                      <a:pt x="1035864" y="10001"/>
                      <a:pt x="1053665" y="27803"/>
                    </a:cubicBezTo>
                    <a:cubicBezTo>
                      <a:pt x="1071467" y="45604"/>
                      <a:pt x="1081468" y="69749"/>
                      <a:pt x="1081468" y="94924"/>
                    </a:cubicBezTo>
                    <a:lnTo>
                      <a:pt x="1081468" y="283952"/>
                    </a:lnTo>
                    <a:cubicBezTo>
                      <a:pt x="1081468" y="309127"/>
                      <a:pt x="1071467" y="333272"/>
                      <a:pt x="1053665" y="351073"/>
                    </a:cubicBezTo>
                    <a:cubicBezTo>
                      <a:pt x="1035864" y="368875"/>
                      <a:pt x="1011719" y="378876"/>
                      <a:pt x="986544" y="378876"/>
                    </a:cubicBezTo>
                    <a:lnTo>
                      <a:pt x="94924" y="378876"/>
                    </a:lnTo>
                    <a:cubicBezTo>
                      <a:pt x="69749" y="378876"/>
                      <a:pt x="45604" y="368875"/>
                      <a:pt x="27803" y="351073"/>
                    </a:cubicBezTo>
                    <a:cubicBezTo>
                      <a:pt x="10001" y="333272"/>
                      <a:pt x="0" y="309127"/>
                      <a:pt x="0" y="283952"/>
                    </a:cubicBezTo>
                    <a:lnTo>
                      <a:pt x="0" y="94924"/>
                    </a:lnTo>
                    <a:cubicBezTo>
                      <a:pt x="0" y="69749"/>
                      <a:pt x="10001" y="45604"/>
                      <a:pt x="27803" y="27803"/>
                    </a:cubicBezTo>
                    <a:cubicBezTo>
                      <a:pt x="45604" y="10001"/>
                      <a:pt x="69749" y="0"/>
                      <a:pt x="9492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9">
                <a:extLst>
                  <a:ext uri="{FF2B5EF4-FFF2-40B4-BE49-F238E27FC236}">
                    <a16:creationId xmlns:a16="http://schemas.microsoft.com/office/drawing/2014/main" id="{8EEA4D8F-5276-84F4-2915-21B998FA5CB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81468" cy="4074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sp>
        <p:nvSpPr>
          <p:cNvPr id="11" name="Freeform 22">
            <a:extLst>
              <a:ext uri="{FF2B5EF4-FFF2-40B4-BE49-F238E27FC236}">
                <a16:creationId xmlns:a16="http://schemas.microsoft.com/office/drawing/2014/main" id="{AF03DAD6-3D04-858E-8089-8C2E9AD9FCD5}"/>
              </a:ext>
            </a:extLst>
          </p:cNvPr>
          <p:cNvSpPr/>
          <p:nvPr userDrawn="1"/>
        </p:nvSpPr>
        <p:spPr>
          <a:xfrm rot="195494">
            <a:off x="5964863" y="1493774"/>
            <a:ext cx="405876" cy="1809219"/>
          </a:xfrm>
          <a:custGeom>
            <a:avLst/>
            <a:gdLst/>
            <a:ahLst/>
            <a:cxnLst/>
            <a:rect l="l" t="t" r="r" b="b"/>
            <a:pathLst>
              <a:path w="367128" h="1412032">
                <a:moveTo>
                  <a:pt x="0" y="0"/>
                </a:moveTo>
                <a:lnTo>
                  <a:pt x="367129" y="0"/>
                </a:lnTo>
                <a:lnTo>
                  <a:pt x="367129" y="1412032"/>
                </a:lnTo>
                <a:lnTo>
                  <a:pt x="0" y="1412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21355738">
            <a:off x="1255772" y="2069146"/>
            <a:ext cx="6115114" cy="3874762"/>
          </a:xfrm>
        </p:spPr>
        <p:txBody>
          <a:bodyPr/>
          <a:lstStyle>
            <a:lvl1pPr>
              <a:defRPr sz="4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0" y="1446992"/>
            <a:ext cx="8839199" cy="7887507"/>
          </a:xfrm>
        </p:spPr>
        <p:txBody>
          <a:bodyPr numCol="1" anchor="ctr"/>
          <a:lstStyle>
            <a:lvl1pPr algn="l" fontAlgn="ctr" hangingPunct="1">
              <a:buFont typeface="+mj-lt"/>
              <a:buAutoNum type="arabicPeriod"/>
              <a:defRPr lang="en-US" sz="2800" b="1" i="0" dirty="0" smtClean="0">
                <a:latin typeface="BODONI 72 BOOK" pitchFamily="2" charset="0"/>
              </a:defRPr>
            </a:lvl1pPr>
            <a:lvl2pPr>
              <a:defRPr>
                <a:latin typeface="Segoe Print" panose="02000800000000000000" pitchFamily="2" charset="0"/>
              </a:defRPr>
            </a:lvl2pPr>
            <a:lvl8pPr>
              <a:defRPr sz="3600">
                <a:latin typeface="Segoe Print" panose="02000800000000000000" pitchFamily="2" charset="0"/>
              </a:defRPr>
            </a:lvl8pPr>
          </a:lstStyle>
          <a:p>
            <a:pPr lvl="0"/>
            <a:endParaRPr lang="en-US" baseline="0" dirty="0">
              <a:latin typeface="+mj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8">
            <a:extLst>
              <a:ext uri="{FF2B5EF4-FFF2-40B4-BE49-F238E27FC236}">
                <a16:creationId xmlns:a16="http://schemas.microsoft.com/office/drawing/2014/main" id="{DB197F82-A280-94CB-556D-C93C7AACC023}"/>
              </a:ext>
            </a:extLst>
          </p:cNvPr>
          <p:cNvGrpSpPr/>
          <p:nvPr userDrawn="1"/>
        </p:nvGrpSpPr>
        <p:grpSpPr>
          <a:xfrm>
            <a:off x="12619510" y="2006129"/>
            <a:ext cx="5101502" cy="5710039"/>
            <a:chOff x="0" y="0"/>
            <a:chExt cx="1343605" cy="135934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D574CEC-36A1-CB62-6A7B-923573AE404B}"/>
                </a:ext>
              </a:extLst>
            </p:cNvPr>
            <p:cNvSpPr/>
            <p:nvPr/>
          </p:nvSpPr>
          <p:spPr>
            <a:xfrm>
              <a:off x="0" y="0"/>
              <a:ext cx="1343605" cy="1359340"/>
            </a:xfrm>
            <a:custGeom>
              <a:avLst/>
              <a:gdLst/>
              <a:ahLst/>
              <a:cxnLst/>
              <a:rect l="l" t="t" r="r" b="b"/>
              <a:pathLst>
                <a:path w="1343605" h="1359340">
                  <a:moveTo>
                    <a:pt x="77396" y="0"/>
                  </a:moveTo>
                  <a:lnTo>
                    <a:pt x="1266209" y="0"/>
                  </a:lnTo>
                  <a:cubicBezTo>
                    <a:pt x="1308954" y="0"/>
                    <a:pt x="1343605" y="34652"/>
                    <a:pt x="1343605" y="77396"/>
                  </a:cubicBezTo>
                  <a:lnTo>
                    <a:pt x="1343605" y="1281944"/>
                  </a:lnTo>
                  <a:cubicBezTo>
                    <a:pt x="1343605" y="1324689"/>
                    <a:pt x="1308954" y="1359340"/>
                    <a:pt x="1266209" y="1359340"/>
                  </a:cubicBezTo>
                  <a:lnTo>
                    <a:pt x="77396" y="1359340"/>
                  </a:lnTo>
                  <a:cubicBezTo>
                    <a:pt x="34652" y="1359340"/>
                    <a:pt x="0" y="1324689"/>
                    <a:pt x="0" y="1281944"/>
                  </a:cubicBezTo>
                  <a:lnTo>
                    <a:pt x="0" y="77396"/>
                  </a:lnTo>
                  <a:cubicBezTo>
                    <a:pt x="0" y="34652"/>
                    <a:pt x="34652" y="0"/>
                    <a:pt x="77396" y="0"/>
                  </a:cubicBezTo>
                  <a:close/>
                </a:path>
              </a:pathLst>
            </a:custGeom>
            <a:solidFill>
              <a:srgbClr val="FBE7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D6E474CC-A4D7-7BA6-B038-8EAB0C277A9C}"/>
                </a:ext>
              </a:extLst>
            </p:cNvPr>
            <p:cNvSpPr txBox="1"/>
            <p:nvPr/>
          </p:nvSpPr>
          <p:spPr>
            <a:xfrm>
              <a:off x="0" y="-28575"/>
              <a:ext cx="1343605" cy="138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5">
            <a:extLst>
              <a:ext uri="{FF2B5EF4-FFF2-40B4-BE49-F238E27FC236}">
                <a16:creationId xmlns:a16="http://schemas.microsoft.com/office/drawing/2014/main" id="{CACE8EAD-E60E-7A9F-7823-7A176117B6E4}"/>
              </a:ext>
            </a:extLst>
          </p:cNvPr>
          <p:cNvGrpSpPr/>
          <p:nvPr userDrawn="1"/>
        </p:nvGrpSpPr>
        <p:grpSpPr>
          <a:xfrm>
            <a:off x="6554598" y="4525943"/>
            <a:ext cx="5407404" cy="5620095"/>
            <a:chOff x="0" y="0"/>
            <a:chExt cx="1343605" cy="135934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98CC58C-4960-4829-9B85-1E09020138C2}"/>
                </a:ext>
              </a:extLst>
            </p:cNvPr>
            <p:cNvSpPr/>
            <p:nvPr/>
          </p:nvSpPr>
          <p:spPr>
            <a:xfrm>
              <a:off x="0" y="0"/>
              <a:ext cx="1343605" cy="1359340"/>
            </a:xfrm>
            <a:custGeom>
              <a:avLst/>
              <a:gdLst/>
              <a:ahLst/>
              <a:cxnLst/>
              <a:rect l="l" t="t" r="r" b="b"/>
              <a:pathLst>
                <a:path w="1343605" h="1359340">
                  <a:moveTo>
                    <a:pt x="77396" y="0"/>
                  </a:moveTo>
                  <a:lnTo>
                    <a:pt x="1266209" y="0"/>
                  </a:lnTo>
                  <a:cubicBezTo>
                    <a:pt x="1308954" y="0"/>
                    <a:pt x="1343605" y="34652"/>
                    <a:pt x="1343605" y="77396"/>
                  </a:cubicBezTo>
                  <a:lnTo>
                    <a:pt x="1343605" y="1281944"/>
                  </a:lnTo>
                  <a:cubicBezTo>
                    <a:pt x="1343605" y="1324689"/>
                    <a:pt x="1308954" y="1359340"/>
                    <a:pt x="1266209" y="1359340"/>
                  </a:cubicBezTo>
                  <a:lnTo>
                    <a:pt x="77396" y="1359340"/>
                  </a:lnTo>
                  <a:cubicBezTo>
                    <a:pt x="34652" y="1359340"/>
                    <a:pt x="0" y="1324689"/>
                    <a:pt x="0" y="1281944"/>
                  </a:cubicBezTo>
                  <a:lnTo>
                    <a:pt x="0" y="77396"/>
                  </a:lnTo>
                  <a:cubicBezTo>
                    <a:pt x="0" y="34652"/>
                    <a:pt x="34652" y="0"/>
                    <a:pt x="77396" y="0"/>
                  </a:cubicBezTo>
                  <a:close/>
                </a:path>
              </a:pathLst>
            </a:custGeom>
            <a:solidFill>
              <a:srgbClr val="FFD2C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664D1E86-A5E9-24CC-73A2-0D81E748DBD0}"/>
                </a:ext>
              </a:extLst>
            </p:cNvPr>
            <p:cNvSpPr txBox="1"/>
            <p:nvPr/>
          </p:nvSpPr>
          <p:spPr>
            <a:xfrm>
              <a:off x="0" y="-28575"/>
              <a:ext cx="1343605" cy="138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2">
            <a:extLst>
              <a:ext uri="{FF2B5EF4-FFF2-40B4-BE49-F238E27FC236}">
                <a16:creationId xmlns:a16="http://schemas.microsoft.com/office/drawing/2014/main" id="{E76E9F00-42C2-39FF-1F6D-4A20C16D290D}"/>
              </a:ext>
            </a:extLst>
          </p:cNvPr>
          <p:cNvGrpSpPr/>
          <p:nvPr userDrawn="1"/>
        </p:nvGrpSpPr>
        <p:grpSpPr>
          <a:xfrm>
            <a:off x="387176" y="2035264"/>
            <a:ext cx="5483020" cy="5620095"/>
            <a:chOff x="0" y="0"/>
            <a:chExt cx="1343605" cy="1359340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5E92E9C9-D07A-4A23-6B18-075F8836B2A9}"/>
                </a:ext>
              </a:extLst>
            </p:cNvPr>
            <p:cNvSpPr/>
            <p:nvPr/>
          </p:nvSpPr>
          <p:spPr>
            <a:xfrm>
              <a:off x="0" y="0"/>
              <a:ext cx="1343605" cy="1359340"/>
            </a:xfrm>
            <a:custGeom>
              <a:avLst/>
              <a:gdLst/>
              <a:ahLst/>
              <a:cxnLst/>
              <a:rect l="l" t="t" r="r" b="b"/>
              <a:pathLst>
                <a:path w="1343605" h="1359340">
                  <a:moveTo>
                    <a:pt x="77396" y="0"/>
                  </a:moveTo>
                  <a:lnTo>
                    <a:pt x="1266209" y="0"/>
                  </a:lnTo>
                  <a:cubicBezTo>
                    <a:pt x="1308954" y="0"/>
                    <a:pt x="1343605" y="34652"/>
                    <a:pt x="1343605" y="77396"/>
                  </a:cubicBezTo>
                  <a:lnTo>
                    <a:pt x="1343605" y="1281944"/>
                  </a:lnTo>
                  <a:cubicBezTo>
                    <a:pt x="1343605" y="1324689"/>
                    <a:pt x="1308954" y="1359340"/>
                    <a:pt x="1266209" y="1359340"/>
                  </a:cubicBezTo>
                  <a:lnTo>
                    <a:pt x="77396" y="1359340"/>
                  </a:lnTo>
                  <a:cubicBezTo>
                    <a:pt x="34652" y="1359340"/>
                    <a:pt x="0" y="1324689"/>
                    <a:pt x="0" y="1281944"/>
                  </a:cubicBezTo>
                  <a:lnTo>
                    <a:pt x="0" y="77396"/>
                  </a:lnTo>
                  <a:cubicBezTo>
                    <a:pt x="0" y="34652"/>
                    <a:pt x="34652" y="0"/>
                    <a:pt x="77396" y="0"/>
                  </a:cubicBezTo>
                  <a:close/>
                </a:path>
              </a:pathLst>
            </a:custGeom>
            <a:solidFill>
              <a:srgbClr val="F6FF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0F13D3ED-13A8-62F8-793B-84236AB07B23}"/>
                </a:ext>
              </a:extLst>
            </p:cNvPr>
            <p:cNvSpPr txBox="1"/>
            <p:nvPr/>
          </p:nvSpPr>
          <p:spPr>
            <a:xfrm>
              <a:off x="0" y="-28575"/>
              <a:ext cx="1343605" cy="138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8556" y="419100"/>
            <a:ext cx="6172200" cy="345016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78653" y="2352476"/>
            <a:ext cx="4267201" cy="5271804"/>
          </a:xfrm>
        </p:spPr>
        <p:txBody>
          <a:bodyPr/>
          <a:lstStyle>
            <a:lvl1pPr algn="l">
              <a:buClr>
                <a:schemeClr val="tx1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>
              <a:defRPr sz="2400"/>
            </a:lvl2pPr>
            <a:lvl3pPr>
              <a:defRPr sz="2000"/>
            </a:lvl3pPr>
            <a:lvl4pPr algn="ctr" fontAlgn="ctr"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632F926-96CF-07E7-C497-9B597CDB805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238999" y="4762500"/>
            <a:ext cx="4267201" cy="5271804"/>
          </a:xfrm>
        </p:spPr>
        <p:txBody>
          <a:bodyPr/>
          <a:lstStyle>
            <a:lvl1pPr algn="l">
              <a:buClr>
                <a:schemeClr val="tx1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9C4C0A3-131C-4A61-CF90-F6E5D632DEB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42146" y="2209409"/>
            <a:ext cx="4267201" cy="5271804"/>
          </a:xfrm>
        </p:spPr>
        <p:txBody>
          <a:bodyPr/>
          <a:lstStyle>
            <a:lvl1pPr algn="l">
              <a:buClr>
                <a:schemeClr val="tx1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2A9568A-74F5-B70F-C27B-1CC01217D0D5}"/>
              </a:ext>
            </a:extLst>
          </p:cNvPr>
          <p:cNvGrpSpPr/>
          <p:nvPr userDrawn="1"/>
        </p:nvGrpSpPr>
        <p:grpSpPr>
          <a:xfrm rot="-655123">
            <a:off x="10055946" y="651436"/>
            <a:ext cx="7610892" cy="7664728"/>
            <a:chOff x="0" y="0"/>
            <a:chExt cx="1742502" cy="16807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26D4E10-6E2F-7E60-BB47-6776F06B8E86}"/>
                </a:ext>
              </a:extLst>
            </p:cNvPr>
            <p:cNvSpPr/>
            <p:nvPr/>
          </p:nvSpPr>
          <p:spPr>
            <a:xfrm>
              <a:off x="0" y="0"/>
              <a:ext cx="1742502" cy="1680700"/>
            </a:xfrm>
            <a:custGeom>
              <a:avLst/>
              <a:gdLst/>
              <a:ahLst/>
              <a:cxnLst/>
              <a:rect l="l" t="t" r="r" b="b"/>
              <a:pathLst>
                <a:path w="1742502" h="1680700">
                  <a:moveTo>
                    <a:pt x="59679" y="0"/>
                  </a:moveTo>
                  <a:lnTo>
                    <a:pt x="1682823" y="0"/>
                  </a:lnTo>
                  <a:cubicBezTo>
                    <a:pt x="1715783" y="0"/>
                    <a:pt x="1742502" y="26719"/>
                    <a:pt x="1742502" y="59679"/>
                  </a:cubicBezTo>
                  <a:lnTo>
                    <a:pt x="1742502" y="1621022"/>
                  </a:lnTo>
                  <a:cubicBezTo>
                    <a:pt x="1742502" y="1636849"/>
                    <a:pt x="1736214" y="1652029"/>
                    <a:pt x="1725022" y="1663221"/>
                  </a:cubicBezTo>
                  <a:cubicBezTo>
                    <a:pt x="1713831" y="1674413"/>
                    <a:pt x="1698651" y="1680700"/>
                    <a:pt x="1682823" y="1680700"/>
                  </a:cubicBezTo>
                  <a:lnTo>
                    <a:pt x="59679" y="1680700"/>
                  </a:lnTo>
                  <a:cubicBezTo>
                    <a:pt x="26719" y="1680700"/>
                    <a:pt x="0" y="1653981"/>
                    <a:pt x="0" y="1621022"/>
                  </a:cubicBezTo>
                  <a:lnTo>
                    <a:pt x="0" y="59679"/>
                  </a:lnTo>
                  <a:cubicBezTo>
                    <a:pt x="0" y="43851"/>
                    <a:pt x="6288" y="28671"/>
                    <a:pt x="17479" y="17479"/>
                  </a:cubicBezTo>
                  <a:cubicBezTo>
                    <a:pt x="28671" y="6288"/>
                    <a:pt x="43851" y="0"/>
                    <a:pt x="59679" y="0"/>
                  </a:cubicBezTo>
                  <a:close/>
                </a:path>
              </a:pathLst>
            </a:custGeom>
            <a:solidFill>
              <a:srgbClr val="FFD2C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B2F6EF-D53F-6DDA-BDBE-B91E53F4AB90}"/>
                </a:ext>
              </a:extLst>
            </p:cNvPr>
            <p:cNvSpPr txBox="1"/>
            <p:nvPr/>
          </p:nvSpPr>
          <p:spPr>
            <a:xfrm>
              <a:off x="0" y="-28575"/>
              <a:ext cx="1742502" cy="170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1AE5FDF-BAB9-0E77-DC74-349C318F2198}"/>
              </a:ext>
            </a:extLst>
          </p:cNvPr>
          <p:cNvGrpSpPr/>
          <p:nvPr userDrawn="1"/>
        </p:nvGrpSpPr>
        <p:grpSpPr>
          <a:xfrm rot="-382403">
            <a:off x="10229434" y="759747"/>
            <a:ext cx="7610892" cy="7590810"/>
            <a:chOff x="0" y="0"/>
            <a:chExt cx="1742502" cy="166449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9C308A5-B685-652F-5D4C-C2EC5BFA26A3}"/>
                </a:ext>
              </a:extLst>
            </p:cNvPr>
            <p:cNvSpPr/>
            <p:nvPr/>
          </p:nvSpPr>
          <p:spPr>
            <a:xfrm>
              <a:off x="0" y="0"/>
              <a:ext cx="1742502" cy="1664492"/>
            </a:xfrm>
            <a:custGeom>
              <a:avLst/>
              <a:gdLst/>
              <a:ahLst/>
              <a:cxnLst/>
              <a:rect l="l" t="t" r="r" b="b"/>
              <a:pathLst>
                <a:path w="1742502" h="1664492">
                  <a:moveTo>
                    <a:pt x="59679" y="0"/>
                  </a:moveTo>
                  <a:lnTo>
                    <a:pt x="1682823" y="0"/>
                  </a:lnTo>
                  <a:cubicBezTo>
                    <a:pt x="1715783" y="0"/>
                    <a:pt x="1742502" y="26719"/>
                    <a:pt x="1742502" y="59679"/>
                  </a:cubicBezTo>
                  <a:lnTo>
                    <a:pt x="1742502" y="1604813"/>
                  </a:lnTo>
                  <a:cubicBezTo>
                    <a:pt x="1742502" y="1637773"/>
                    <a:pt x="1715783" y="1664492"/>
                    <a:pt x="1682823" y="1664492"/>
                  </a:cubicBezTo>
                  <a:lnTo>
                    <a:pt x="59679" y="1664492"/>
                  </a:lnTo>
                  <a:cubicBezTo>
                    <a:pt x="43851" y="1664492"/>
                    <a:pt x="28671" y="1658204"/>
                    <a:pt x="17479" y="1647012"/>
                  </a:cubicBezTo>
                  <a:cubicBezTo>
                    <a:pt x="6288" y="1635820"/>
                    <a:pt x="0" y="1620641"/>
                    <a:pt x="0" y="1604813"/>
                  </a:cubicBezTo>
                  <a:lnTo>
                    <a:pt x="0" y="59679"/>
                  </a:lnTo>
                  <a:cubicBezTo>
                    <a:pt x="0" y="43851"/>
                    <a:pt x="6288" y="28671"/>
                    <a:pt x="17479" y="17479"/>
                  </a:cubicBezTo>
                  <a:cubicBezTo>
                    <a:pt x="28671" y="6288"/>
                    <a:pt x="43851" y="0"/>
                    <a:pt x="59679" y="0"/>
                  </a:cubicBezTo>
                  <a:close/>
                </a:path>
              </a:pathLst>
            </a:custGeom>
            <a:solidFill>
              <a:srgbClr val="F6FF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96884F-4B8C-5A90-FBFF-0E7DE439F3CF}"/>
                </a:ext>
              </a:extLst>
            </p:cNvPr>
            <p:cNvSpPr txBox="1"/>
            <p:nvPr/>
          </p:nvSpPr>
          <p:spPr>
            <a:xfrm>
              <a:off x="0" y="-28575"/>
              <a:ext cx="1742502" cy="1693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1183560">
            <a:off x="11059508" y="1665319"/>
            <a:ext cx="6107721" cy="630829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D74C487-00FF-6EB3-2BB0-BEB75AD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74648"/>
            <a:ext cx="6824037" cy="1680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F81F814-A9C6-5F51-908E-386E25AFD9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88397" y="3467100"/>
            <a:ext cx="8500107" cy="6019800"/>
          </a:xfrm>
        </p:spPr>
        <p:txBody>
          <a:bodyPr/>
          <a:lstStyle>
            <a:lvl1pPr algn="l">
              <a:lnSpc>
                <a:spcPct val="100000"/>
              </a:lnSpc>
              <a:buFont typeface="+mj-lt"/>
              <a:buAutoNum type="arabicPeriod"/>
              <a:defRPr sz="2400" baseline="0">
                <a:latin typeface="Bodoni 72 Book" pitchFamily="2" charset="0"/>
              </a:defRPr>
            </a:lvl1pPr>
            <a:lvl5pPr algn="ctr" fontAlgn="ctr"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0D87D901-6D60-E890-7950-97089120C3DB}"/>
              </a:ext>
            </a:extLst>
          </p:cNvPr>
          <p:cNvSpPr/>
          <p:nvPr userDrawn="1"/>
        </p:nvSpPr>
        <p:spPr>
          <a:xfrm rot="-1027582">
            <a:off x="10714290" y="510173"/>
            <a:ext cx="649897" cy="2609847"/>
          </a:xfrm>
          <a:custGeom>
            <a:avLst/>
            <a:gdLst/>
            <a:ahLst/>
            <a:cxnLst/>
            <a:rect l="l" t="t" r="r" b="b"/>
            <a:pathLst>
              <a:path w="564948" h="2172876">
                <a:moveTo>
                  <a:pt x="0" y="0"/>
                </a:moveTo>
                <a:lnTo>
                  <a:pt x="564948" y="0"/>
                </a:lnTo>
                <a:lnTo>
                  <a:pt x="564948" y="2172876"/>
                </a:lnTo>
                <a:lnTo>
                  <a:pt x="0" y="2172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13F8013-B2F2-ABAD-A78D-8398EC5CA5C4}"/>
              </a:ext>
            </a:extLst>
          </p:cNvPr>
          <p:cNvGrpSpPr/>
          <p:nvPr userDrawn="1"/>
        </p:nvGrpSpPr>
        <p:grpSpPr>
          <a:xfrm>
            <a:off x="609600" y="266700"/>
            <a:ext cx="16046853" cy="9905160"/>
            <a:chOff x="0" y="0"/>
            <a:chExt cx="9369490" cy="537762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72E9D4-F51D-C827-C1F0-3FA2ED0DE9F5}"/>
                </a:ext>
              </a:extLst>
            </p:cNvPr>
            <p:cNvGrpSpPr/>
            <p:nvPr/>
          </p:nvGrpSpPr>
          <p:grpSpPr>
            <a:xfrm>
              <a:off x="0" y="446792"/>
              <a:ext cx="9369490" cy="4930832"/>
              <a:chOff x="0" y="0"/>
              <a:chExt cx="2518360" cy="1325324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29369C3A-4E43-3A2F-CB9E-3B2C57DCC4D6}"/>
                  </a:ext>
                </a:extLst>
              </p:cNvPr>
              <p:cNvSpPr/>
              <p:nvPr/>
            </p:nvSpPr>
            <p:spPr>
              <a:xfrm>
                <a:off x="0" y="0"/>
                <a:ext cx="2518360" cy="1325324"/>
              </a:xfrm>
              <a:custGeom>
                <a:avLst/>
                <a:gdLst/>
                <a:ahLst/>
                <a:cxnLst/>
                <a:rect l="l" t="t" r="r" b="b"/>
                <a:pathLst>
                  <a:path w="2518360" h="1325324">
                    <a:moveTo>
                      <a:pt x="40764" y="0"/>
                    </a:moveTo>
                    <a:lnTo>
                      <a:pt x="2477597" y="0"/>
                    </a:lnTo>
                    <a:cubicBezTo>
                      <a:pt x="2500110" y="0"/>
                      <a:pt x="2518360" y="18251"/>
                      <a:pt x="2518360" y="40764"/>
                    </a:cubicBezTo>
                    <a:lnTo>
                      <a:pt x="2518360" y="1284560"/>
                    </a:lnTo>
                    <a:cubicBezTo>
                      <a:pt x="2518360" y="1295372"/>
                      <a:pt x="2514066" y="1305740"/>
                      <a:pt x="2506421" y="1313385"/>
                    </a:cubicBezTo>
                    <a:cubicBezTo>
                      <a:pt x="2498776" y="1321029"/>
                      <a:pt x="2488408" y="1325324"/>
                      <a:pt x="2477597" y="1325324"/>
                    </a:cubicBezTo>
                    <a:lnTo>
                      <a:pt x="40764" y="1325324"/>
                    </a:lnTo>
                    <a:cubicBezTo>
                      <a:pt x="29952" y="1325324"/>
                      <a:pt x="19584" y="1321029"/>
                      <a:pt x="11939" y="1313385"/>
                    </a:cubicBezTo>
                    <a:cubicBezTo>
                      <a:pt x="4295" y="1305740"/>
                      <a:pt x="0" y="1295372"/>
                      <a:pt x="0" y="1284560"/>
                    </a:cubicBezTo>
                    <a:lnTo>
                      <a:pt x="0" y="40764"/>
                    </a:lnTo>
                    <a:cubicBezTo>
                      <a:pt x="0" y="29952"/>
                      <a:pt x="4295" y="19584"/>
                      <a:pt x="11939" y="11939"/>
                    </a:cubicBezTo>
                    <a:cubicBezTo>
                      <a:pt x="19584" y="4295"/>
                      <a:pt x="29952" y="0"/>
                      <a:pt x="4076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3742DF05-0F65-5F2C-0ED6-FBC129D283F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18360" cy="1353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2BB5BF1F-D284-5A9C-9A9C-21B8039E3C3D}"/>
                </a:ext>
              </a:extLst>
            </p:cNvPr>
            <p:cNvGrpSpPr/>
            <p:nvPr/>
          </p:nvGrpSpPr>
          <p:grpSpPr>
            <a:xfrm>
              <a:off x="0" y="0"/>
              <a:ext cx="4023572" cy="1409598"/>
              <a:chOff x="0" y="0"/>
              <a:chExt cx="1081468" cy="378876"/>
            </a:xfrm>
          </p:grpSpPr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3F047749-8738-F70B-13C5-F3382D8C3C9C}"/>
                  </a:ext>
                </a:extLst>
              </p:cNvPr>
              <p:cNvSpPr/>
              <p:nvPr/>
            </p:nvSpPr>
            <p:spPr>
              <a:xfrm>
                <a:off x="0" y="0"/>
                <a:ext cx="1081468" cy="378876"/>
              </a:xfrm>
              <a:custGeom>
                <a:avLst/>
                <a:gdLst/>
                <a:ahLst/>
                <a:cxnLst/>
                <a:rect l="l" t="t" r="r" b="b"/>
                <a:pathLst>
                  <a:path w="1081468" h="378876">
                    <a:moveTo>
                      <a:pt x="94924" y="0"/>
                    </a:moveTo>
                    <a:lnTo>
                      <a:pt x="986544" y="0"/>
                    </a:lnTo>
                    <a:cubicBezTo>
                      <a:pt x="1011719" y="0"/>
                      <a:pt x="1035864" y="10001"/>
                      <a:pt x="1053665" y="27803"/>
                    </a:cubicBezTo>
                    <a:cubicBezTo>
                      <a:pt x="1071467" y="45604"/>
                      <a:pt x="1081468" y="69749"/>
                      <a:pt x="1081468" y="94924"/>
                    </a:cubicBezTo>
                    <a:lnTo>
                      <a:pt x="1081468" y="283952"/>
                    </a:lnTo>
                    <a:cubicBezTo>
                      <a:pt x="1081468" y="309127"/>
                      <a:pt x="1071467" y="333272"/>
                      <a:pt x="1053665" y="351073"/>
                    </a:cubicBezTo>
                    <a:cubicBezTo>
                      <a:pt x="1035864" y="368875"/>
                      <a:pt x="1011719" y="378876"/>
                      <a:pt x="986544" y="378876"/>
                    </a:cubicBezTo>
                    <a:lnTo>
                      <a:pt x="94924" y="378876"/>
                    </a:lnTo>
                    <a:cubicBezTo>
                      <a:pt x="69749" y="378876"/>
                      <a:pt x="45604" y="368875"/>
                      <a:pt x="27803" y="351073"/>
                    </a:cubicBezTo>
                    <a:cubicBezTo>
                      <a:pt x="10001" y="333272"/>
                      <a:pt x="0" y="309127"/>
                      <a:pt x="0" y="283952"/>
                    </a:cubicBezTo>
                    <a:lnTo>
                      <a:pt x="0" y="94924"/>
                    </a:lnTo>
                    <a:cubicBezTo>
                      <a:pt x="0" y="69749"/>
                      <a:pt x="10001" y="45604"/>
                      <a:pt x="27803" y="27803"/>
                    </a:cubicBezTo>
                    <a:cubicBezTo>
                      <a:pt x="45604" y="10001"/>
                      <a:pt x="69749" y="0"/>
                      <a:pt x="9492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9">
                <a:extLst>
                  <a:ext uri="{FF2B5EF4-FFF2-40B4-BE49-F238E27FC236}">
                    <a16:creationId xmlns:a16="http://schemas.microsoft.com/office/drawing/2014/main" id="{05055A03-E861-E9B4-425F-0D8E3438ED8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81468" cy="4074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326" y="446536"/>
            <a:ext cx="6231874" cy="1953763"/>
          </a:xfrm>
        </p:spPr>
        <p:txBody>
          <a:bodyPr/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7400" y="2606438"/>
            <a:ext cx="12306300" cy="7095660"/>
          </a:xfrm>
        </p:spPr>
        <p:txBody>
          <a:bodyPr numCol="1">
            <a:noAutofit/>
          </a:bodyPr>
          <a:lstStyle>
            <a:lvl1pPr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  <a:defRPr lang="en-US" sz="3200" dirty="0">
                <a:solidFill>
                  <a:schemeClr val="tx1"/>
                </a:solidFill>
              </a:defRPr>
            </a:lvl1pPr>
            <a:lvl2pPr algn="l">
              <a:buFont typeface="Wingdings" pitchFamily="2" charset="2"/>
              <a:buChar char="q"/>
              <a:defRPr sz="2400"/>
            </a:lvl2pPr>
            <a:lvl3pPr>
              <a:defRPr sz="3600"/>
            </a:lvl3pPr>
            <a:lvl4pPr>
              <a:defRPr sz="3600"/>
            </a:lvl4pPr>
            <a:lvl8pPr>
              <a:defRPr sz="3600"/>
            </a:lvl8pPr>
          </a:lstStyle>
          <a:p>
            <a:pPr lvl="0"/>
            <a:endParaRPr lang="en-US" dirty="0"/>
          </a:p>
        </p:txBody>
      </p:sp>
      <p:sp>
        <p:nvSpPr>
          <p:cNvPr id="10" name="Freeform 22">
            <a:extLst>
              <a:ext uri="{FF2B5EF4-FFF2-40B4-BE49-F238E27FC236}">
                <a16:creationId xmlns:a16="http://schemas.microsoft.com/office/drawing/2014/main" id="{C2FCA914-F55A-EAB7-8AA8-2FF74FC43BC2}"/>
              </a:ext>
            </a:extLst>
          </p:cNvPr>
          <p:cNvSpPr/>
          <p:nvPr userDrawn="1"/>
        </p:nvSpPr>
        <p:spPr>
          <a:xfrm rot="195494">
            <a:off x="13628028" y="679849"/>
            <a:ext cx="860203" cy="2291622"/>
          </a:xfrm>
          <a:custGeom>
            <a:avLst/>
            <a:gdLst/>
            <a:ahLst/>
            <a:cxnLst/>
            <a:rect l="l" t="t" r="r" b="b"/>
            <a:pathLst>
              <a:path w="367128" h="1412032">
                <a:moveTo>
                  <a:pt x="0" y="0"/>
                </a:moveTo>
                <a:lnTo>
                  <a:pt x="367129" y="0"/>
                </a:lnTo>
                <a:lnTo>
                  <a:pt x="367129" y="1412032"/>
                </a:lnTo>
                <a:lnTo>
                  <a:pt x="0" y="1412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9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0FA1BF3-19D1-7590-949C-BB19CAF0B199}"/>
              </a:ext>
            </a:extLst>
          </p:cNvPr>
          <p:cNvGrpSpPr/>
          <p:nvPr userDrawn="1"/>
        </p:nvGrpSpPr>
        <p:grpSpPr>
          <a:xfrm rot="-231599">
            <a:off x="1732783" y="1525098"/>
            <a:ext cx="13701278" cy="8928410"/>
            <a:chOff x="0" y="0"/>
            <a:chExt cx="9369490" cy="537762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0E20222-43B6-62C8-D385-E63CC812E06D}"/>
                </a:ext>
              </a:extLst>
            </p:cNvPr>
            <p:cNvGrpSpPr/>
            <p:nvPr/>
          </p:nvGrpSpPr>
          <p:grpSpPr>
            <a:xfrm>
              <a:off x="0" y="446792"/>
              <a:ext cx="9369490" cy="4930832"/>
              <a:chOff x="0" y="0"/>
              <a:chExt cx="2518360" cy="1325324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D0C9A94-07C6-F33D-21A9-783723DC350E}"/>
                  </a:ext>
                </a:extLst>
              </p:cNvPr>
              <p:cNvSpPr/>
              <p:nvPr/>
            </p:nvSpPr>
            <p:spPr>
              <a:xfrm>
                <a:off x="0" y="0"/>
                <a:ext cx="2518360" cy="1325324"/>
              </a:xfrm>
              <a:custGeom>
                <a:avLst/>
                <a:gdLst/>
                <a:ahLst/>
                <a:cxnLst/>
                <a:rect l="l" t="t" r="r" b="b"/>
                <a:pathLst>
                  <a:path w="2518360" h="1325324">
                    <a:moveTo>
                      <a:pt x="40764" y="0"/>
                    </a:moveTo>
                    <a:lnTo>
                      <a:pt x="2477597" y="0"/>
                    </a:lnTo>
                    <a:cubicBezTo>
                      <a:pt x="2500110" y="0"/>
                      <a:pt x="2518360" y="18251"/>
                      <a:pt x="2518360" y="40764"/>
                    </a:cubicBezTo>
                    <a:lnTo>
                      <a:pt x="2518360" y="1284560"/>
                    </a:lnTo>
                    <a:cubicBezTo>
                      <a:pt x="2518360" y="1295372"/>
                      <a:pt x="2514066" y="1305740"/>
                      <a:pt x="2506421" y="1313385"/>
                    </a:cubicBezTo>
                    <a:cubicBezTo>
                      <a:pt x="2498776" y="1321029"/>
                      <a:pt x="2488408" y="1325324"/>
                      <a:pt x="2477597" y="1325324"/>
                    </a:cubicBezTo>
                    <a:lnTo>
                      <a:pt x="40764" y="1325324"/>
                    </a:lnTo>
                    <a:cubicBezTo>
                      <a:pt x="29952" y="1325324"/>
                      <a:pt x="19584" y="1321029"/>
                      <a:pt x="11939" y="1313385"/>
                    </a:cubicBezTo>
                    <a:cubicBezTo>
                      <a:pt x="4295" y="1305740"/>
                      <a:pt x="0" y="1295372"/>
                      <a:pt x="0" y="1284560"/>
                    </a:cubicBezTo>
                    <a:lnTo>
                      <a:pt x="0" y="40764"/>
                    </a:lnTo>
                    <a:cubicBezTo>
                      <a:pt x="0" y="29952"/>
                      <a:pt x="4295" y="19584"/>
                      <a:pt x="11939" y="11939"/>
                    </a:cubicBezTo>
                    <a:cubicBezTo>
                      <a:pt x="19584" y="4295"/>
                      <a:pt x="29952" y="0"/>
                      <a:pt x="4076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F2904ED4-85D9-E5A4-61E9-3A7D3B06BFD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18360" cy="1353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0402EA5F-4159-EDD8-B75C-10B006CD5973}"/>
                </a:ext>
              </a:extLst>
            </p:cNvPr>
            <p:cNvGrpSpPr/>
            <p:nvPr/>
          </p:nvGrpSpPr>
          <p:grpSpPr>
            <a:xfrm>
              <a:off x="0" y="0"/>
              <a:ext cx="4023572" cy="1409598"/>
              <a:chOff x="0" y="0"/>
              <a:chExt cx="1081468" cy="378876"/>
            </a:xfrm>
          </p:grpSpPr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1146AFED-93E1-B02C-19B1-D0D5C3355056}"/>
                  </a:ext>
                </a:extLst>
              </p:cNvPr>
              <p:cNvSpPr/>
              <p:nvPr/>
            </p:nvSpPr>
            <p:spPr>
              <a:xfrm>
                <a:off x="0" y="0"/>
                <a:ext cx="1081468" cy="378876"/>
              </a:xfrm>
              <a:custGeom>
                <a:avLst/>
                <a:gdLst/>
                <a:ahLst/>
                <a:cxnLst/>
                <a:rect l="l" t="t" r="r" b="b"/>
                <a:pathLst>
                  <a:path w="1081468" h="378876">
                    <a:moveTo>
                      <a:pt x="94924" y="0"/>
                    </a:moveTo>
                    <a:lnTo>
                      <a:pt x="986544" y="0"/>
                    </a:lnTo>
                    <a:cubicBezTo>
                      <a:pt x="1011719" y="0"/>
                      <a:pt x="1035864" y="10001"/>
                      <a:pt x="1053665" y="27803"/>
                    </a:cubicBezTo>
                    <a:cubicBezTo>
                      <a:pt x="1071467" y="45604"/>
                      <a:pt x="1081468" y="69749"/>
                      <a:pt x="1081468" y="94924"/>
                    </a:cubicBezTo>
                    <a:lnTo>
                      <a:pt x="1081468" y="283952"/>
                    </a:lnTo>
                    <a:cubicBezTo>
                      <a:pt x="1081468" y="309127"/>
                      <a:pt x="1071467" y="333272"/>
                      <a:pt x="1053665" y="351073"/>
                    </a:cubicBezTo>
                    <a:cubicBezTo>
                      <a:pt x="1035864" y="368875"/>
                      <a:pt x="1011719" y="378876"/>
                      <a:pt x="986544" y="378876"/>
                    </a:cubicBezTo>
                    <a:lnTo>
                      <a:pt x="94924" y="378876"/>
                    </a:lnTo>
                    <a:cubicBezTo>
                      <a:pt x="69749" y="378876"/>
                      <a:pt x="45604" y="368875"/>
                      <a:pt x="27803" y="351073"/>
                    </a:cubicBezTo>
                    <a:cubicBezTo>
                      <a:pt x="10001" y="333272"/>
                      <a:pt x="0" y="309127"/>
                      <a:pt x="0" y="283952"/>
                    </a:cubicBezTo>
                    <a:lnTo>
                      <a:pt x="0" y="94924"/>
                    </a:lnTo>
                    <a:cubicBezTo>
                      <a:pt x="0" y="69749"/>
                      <a:pt x="10001" y="45604"/>
                      <a:pt x="27803" y="27803"/>
                    </a:cubicBezTo>
                    <a:cubicBezTo>
                      <a:pt x="45604" y="10001"/>
                      <a:pt x="69749" y="0"/>
                      <a:pt x="9492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9">
                <a:extLst>
                  <a:ext uri="{FF2B5EF4-FFF2-40B4-BE49-F238E27FC236}">
                    <a16:creationId xmlns:a16="http://schemas.microsoft.com/office/drawing/2014/main" id="{87FE9BCD-41A4-0345-1E6F-74B6DA6E50C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81468" cy="4074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5786" y="324839"/>
            <a:ext cx="8537214" cy="1143000"/>
          </a:xfrm>
        </p:spPr>
        <p:txBody>
          <a:bodyPr/>
          <a:lstStyle>
            <a:lvl1pP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400" y="3467100"/>
            <a:ext cx="11779231" cy="5745848"/>
          </a:xfrm>
        </p:spPr>
        <p:txBody>
          <a:bodyPr numCol="2" anchor="ctr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+mj-lt"/>
              <a:buAutoNum type="arabicPeriod"/>
              <a:defRPr lang="en-US" sz="2800" b="1" i="0" u="none" dirty="0">
                <a:solidFill>
                  <a:schemeClr val="tx1"/>
                </a:solidFill>
              </a:defRPr>
            </a:lvl1pPr>
            <a:lvl2pPr algn="l">
              <a:buFont typeface="Wingdings" pitchFamily="2" charset="2"/>
              <a:buChar char="q"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buFont typeface="Wingdings" pitchFamily="2" charset="2"/>
              <a:buChar char="q"/>
              <a:defRPr sz="4000"/>
            </a:lvl6pPr>
            <a:lvl7pPr>
              <a:buFont typeface="Wingdings" pitchFamily="2" charset="2"/>
              <a:buChar char="q"/>
              <a:defRPr sz="4000"/>
            </a:lvl7pPr>
            <a:lvl8pPr>
              <a:defRPr sz="4000"/>
            </a:lvl8pPr>
            <a:lvl9pPr>
              <a:buFont typeface="Wingdings" pitchFamily="2" charset="2"/>
              <a:buChar char="q"/>
              <a:defRPr sz="4000"/>
            </a:lvl9pPr>
          </a:lstStyle>
          <a:p>
            <a:endParaRPr lang="en-US" dirty="0"/>
          </a:p>
        </p:txBody>
      </p:sp>
      <p:sp>
        <p:nvSpPr>
          <p:cNvPr id="10" name="Freeform 22">
            <a:extLst>
              <a:ext uri="{FF2B5EF4-FFF2-40B4-BE49-F238E27FC236}">
                <a16:creationId xmlns:a16="http://schemas.microsoft.com/office/drawing/2014/main" id="{7EBDD8C8-7AB4-F0FD-7CC6-5BCC40D0A139}"/>
              </a:ext>
            </a:extLst>
          </p:cNvPr>
          <p:cNvSpPr/>
          <p:nvPr userDrawn="1"/>
        </p:nvSpPr>
        <p:spPr>
          <a:xfrm rot="195494">
            <a:off x="13710468" y="1091867"/>
            <a:ext cx="715816" cy="3125842"/>
          </a:xfrm>
          <a:custGeom>
            <a:avLst/>
            <a:gdLst/>
            <a:ahLst/>
            <a:cxnLst/>
            <a:rect l="l" t="t" r="r" b="b"/>
            <a:pathLst>
              <a:path w="367128" h="1412032">
                <a:moveTo>
                  <a:pt x="0" y="0"/>
                </a:moveTo>
                <a:lnTo>
                  <a:pt x="367129" y="0"/>
                </a:lnTo>
                <a:lnTo>
                  <a:pt x="367129" y="1412032"/>
                </a:lnTo>
                <a:lnTo>
                  <a:pt x="0" y="1412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0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78BD97C-D610-3F92-F93F-16B228F5FE7E}"/>
              </a:ext>
            </a:extLst>
          </p:cNvPr>
          <p:cNvGrpSpPr/>
          <p:nvPr userDrawn="1"/>
        </p:nvGrpSpPr>
        <p:grpSpPr>
          <a:xfrm rot="126093">
            <a:off x="1587386" y="466966"/>
            <a:ext cx="16230600" cy="10131699"/>
            <a:chOff x="0" y="0"/>
            <a:chExt cx="21640800" cy="1350893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8233FE-2F13-ECB4-15BD-7E840CF4F913}"/>
                </a:ext>
              </a:extLst>
            </p:cNvPr>
            <p:cNvGrpSpPr/>
            <p:nvPr/>
          </p:nvGrpSpPr>
          <p:grpSpPr>
            <a:xfrm>
              <a:off x="0" y="356727"/>
              <a:ext cx="21640800" cy="13152205"/>
              <a:chOff x="0" y="0"/>
              <a:chExt cx="5816681" cy="3535090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E576F17E-D423-9C45-F08E-6BA6820852F2}"/>
                  </a:ext>
                </a:extLst>
              </p:cNvPr>
              <p:cNvSpPr/>
              <p:nvPr/>
            </p:nvSpPr>
            <p:spPr>
              <a:xfrm>
                <a:off x="0" y="0"/>
                <a:ext cx="5816681" cy="3535090"/>
              </a:xfrm>
              <a:custGeom>
                <a:avLst/>
                <a:gdLst/>
                <a:ahLst/>
                <a:cxnLst/>
                <a:rect l="l" t="t" r="r" b="b"/>
                <a:pathLst>
                  <a:path w="5816681" h="3535090">
                    <a:moveTo>
                      <a:pt x="17649" y="0"/>
                    </a:moveTo>
                    <a:lnTo>
                      <a:pt x="5799032" y="0"/>
                    </a:lnTo>
                    <a:cubicBezTo>
                      <a:pt x="5803712" y="0"/>
                      <a:pt x="5808202" y="1859"/>
                      <a:pt x="5811512" y="5169"/>
                    </a:cubicBezTo>
                    <a:cubicBezTo>
                      <a:pt x="5814821" y="8479"/>
                      <a:pt x="5816681" y="12968"/>
                      <a:pt x="5816681" y="17649"/>
                    </a:cubicBezTo>
                    <a:lnTo>
                      <a:pt x="5816681" y="3517441"/>
                    </a:lnTo>
                    <a:cubicBezTo>
                      <a:pt x="5816681" y="3522122"/>
                      <a:pt x="5814821" y="3526611"/>
                      <a:pt x="5811512" y="3529921"/>
                    </a:cubicBezTo>
                    <a:cubicBezTo>
                      <a:pt x="5808202" y="3533230"/>
                      <a:pt x="5803712" y="3535090"/>
                      <a:pt x="5799032" y="3535090"/>
                    </a:cubicBezTo>
                    <a:lnTo>
                      <a:pt x="17649" y="3535090"/>
                    </a:lnTo>
                    <a:cubicBezTo>
                      <a:pt x="12968" y="3535090"/>
                      <a:pt x="8479" y="3533230"/>
                      <a:pt x="5169" y="3529921"/>
                    </a:cubicBezTo>
                    <a:cubicBezTo>
                      <a:pt x="1859" y="3526611"/>
                      <a:pt x="0" y="3522122"/>
                      <a:pt x="0" y="3517441"/>
                    </a:cubicBezTo>
                    <a:lnTo>
                      <a:pt x="0" y="17649"/>
                    </a:lnTo>
                    <a:cubicBezTo>
                      <a:pt x="0" y="12968"/>
                      <a:pt x="1859" y="8479"/>
                      <a:pt x="5169" y="5169"/>
                    </a:cubicBezTo>
                    <a:cubicBezTo>
                      <a:pt x="8479" y="1859"/>
                      <a:pt x="12968" y="0"/>
                      <a:pt x="17649" y="0"/>
                    </a:cubicBezTo>
                    <a:close/>
                  </a:path>
                </a:pathLst>
              </a:custGeom>
              <a:solidFill>
                <a:srgbClr val="FFD2C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5">
                <a:extLst>
                  <a:ext uri="{FF2B5EF4-FFF2-40B4-BE49-F238E27FC236}">
                    <a16:creationId xmlns:a16="http://schemas.microsoft.com/office/drawing/2014/main" id="{1E62BDA4-B379-1A7C-E3AB-EA4BF726C70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816681" cy="3563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D5C5A065-6410-991D-4124-7C4399D32731}"/>
                </a:ext>
              </a:extLst>
            </p:cNvPr>
            <p:cNvGrpSpPr/>
            <p:nvPr/>
          </p:nvGrpSpPr>
          <p:grpSpPr>
            <a:xfrm>
              <a:off x="0" y="0"/>
              <a:ext cx="6869436" cy="2012511"/>
              <a:chOff x="0" y="0"/>
              <a:chExt cx="1846388" cy="540929"/>
            </a:xfrm>
          </p:grpSpPr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15CD2019-F0CB-3D83-6211-4A7454B00026}"/>
                  </a:ext>
                </a:extLst>
              </p:cNvPr>
              <p:cNvSpPr/>
              <p:nvPr/>
            </p:nvSpPr>
            <p:spPr>
              <a:xfrm>
                <a:off x="0" y="0"/>
                <a:ext cx="1846388" cy="540929"/>
              </a:xfrm>
              <a:custGeom>
                <a:avLst/>
                <a:gdLst/>
                <a:ahLst/>
                <a:cxnLst/>
                <a:rect l="l" t="t" r="r" b="b"/>
                <a:pathLst>
                  <a:path w="1846388" h="540929">
                    <a:moveTo>
                      <a:pt x="1643188" y="0"/>
                    </a:moveTo>
                    <a:cubicBezTo>
                      <a:pt x="1755412" y="0"/>
                      <a:pt x="1846388" y="121091"/>
                      <a:pt x="1846388" y="270464"/>
                    </a:cubicBezTo>
                    <a:cubicBezTo>
                      <a:pt x="1846388" y="419838"/>
                      <a:pt x="1755412" y="540929"/>
                      <a:pt x="1643188" y="540929"/>
                    </a:cubicBezTo>
                    <a:lnTo>
                      <a:pt x="203200" y="540929"/>
                    </a:lnTo>
                    <a:cubicBezTo>
                      <a:pt x="90976" y="540929"/>
                      <a:pt x="0" y="419838"/>
                      <a:pt x="0" y="270464"/>
                    </a:cubicBezTo>
                    <a:cubicBezTo>
                      <a:pt x="0" y="12109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D2C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8">
                <a:extLst>
                  <a:ext uri="{FF2B5EF4-FFF2-40B4-BE49-F238E27FC236}">
                    <a16:creationId xmlns:a16="http://schemas.microsoft.com/office/drawing/2014/main" id="{DDBECFC5-00E1-FAA5-1D1F-0E0B2ED5176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846388" cy="5695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22399B-EA3B-DB4B-2AFB-D6CB0C94ABBE}"/>
              </a:ext>
            </a:extLst>
          </p:cNvPr>
          <p:cNvGrpSpPr/>
          <p:nvPr userDrawn="1"/>
        </p:nvGrpSpPr>
        <p:grpSpPr>
          <a:xfrm>
            <a:off x="1028700" y="1028700"/>
            <a:ext cx="16230600" cy="9864153"/>
            <a:chOff x="0" y="0"/>
            <a:chExt cx="5816681" cy="353509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6AF96B2-F765-211D-B8BB-C343F4DBB81C}"/>
                </a:ext>
              </a:extLst>
            </p:cNvPr>
            <p:cNvSpPr/>
            <p:nvPr/>
          </p:nvSpPr>
          <p:spPr>
            <a:xfrm>
              <a:off x="0" y="0"/>
              <a:ext cx="5816681" cy="3535090"/>
            </a:xfrm>
            <a:custGeom>
              <a:avLst/>
              <a:gdLst/>
              <a:ahLst/>
              <a:cxnLst/>
              <a:rect l="l" t="t" r="r" b="b"/>
              <a:pathLst>
                <a:path w="5816681" h="3535090">
                  <a:moveTo>
                    <a:pt x="17649" y="0"/>
                  </a:moveTo>
                  <a:lnTo>
                    <a:pt x="5799032" y="0"/>
                  </a:lnTo>
                  <a:cubicBezTo>
                    <a:pt x="5803712" y="0"/>
                    <a:pt x="5808202" y="1859"/>
                    <a:pt x="5811512" y="5169"/>
                  </a:cubicBezTo>
                  <a:cubicBezTo>
                    <a:pt x="5814821" y="8479"/>
                    <a:pt x="5816681" y="12968"/>
                    <a:pt x="5816681" y="17649"/>
                  </a:cubicBezTo>
                  <a:lnTo>
                    <a:pt x="5816681" y="3517441"/>
                  </a:lnTo>
                  <a:cubicBezTo>
                    <a:pt x="5816681" y="3522122"/>
                    <a:pt x="5814821" y="3526611"/>
                    <a:pt x="5811512" y="3529921"/>
                  </a:cubicBezTo>
                  <a:cubicBezTo>
                    <a:pt x="5808202" y="3533230"/>
                    <a:pt x="5803712" y="3535090"/>
                    <a:pt x="5799032" y="3535090"/>
                  </a:cubicBezTo>
                  <a:lnTo>
                    <a:pt x="17649" y="3535090"/>
                  </a:lnTo>
                  <a:cubicBezTo>
                    <a:pt x="12968" y="3535090"/>
                    <a:pt x="8479" y="3533230"/>
                    <a:pt x="5169" y="3529921"/>
                  </a:cubicBezTo>
                  <a:cubicBezTo>
                    <a:pt x="1859" y="3526611"/>
                    <a:pt x="0" y="3522122"/>
                    <a:pt x="0" y="3517441"/>
                  </a:cubicBezTo>
                  <a:lnTo>
                    <a:pt x="0" y="17649"/>
                  </a:lnTo>
                  <a:cubicBezTo>
                    <a:pt x="0" y="12968"/>
                    <a:pt x="1859" y="8479"/>
                    <a:pt x="5169" y="5169"/>
                  </a:cubicBezTo>
                  <a:cubicBezTo>
                    <a:pt x="8479" y="1859"/>
                    <a:pt x="12968" y="0"/>
                    <a:pt x="17649" y="0"/>
                  </a:cubicBezTo>
                  <a:close/>
                </a:path>
              </a:pathLst>
            </a:custGeom>
            <a:solidFill>
              <a:srgbClr val="F6FF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08C294-B7BB-0721-0F73-910DBB033B72}"/>
                </a:ext>
              </a:extLst>
            </p:cNvPr>
            <p:cNvSpPr txBox="1"/>
            <p:nvPr/>
          </p:nvSpPr>
          <p:spPr>
            <a:xfrm>
              <a:off x="0" y="-28575"/>
              <a:ext cx="5816681" cy="3563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Freeform 24">
            <a:extLst>
              <a:ext uri="{FF2B5EF4-FFF2-40B4-BE49-F238E27FC236}">
                <a16:creationId xmlns:a16="http://schemas.microsoft.com/office/drawing/2014/main" id="{C028B915-9004-CAF8-F606-761556DAAEAC}"/>
              </a:ext>
            </a:extLst>
          </p:cNvPr>
          <p:cNvSpPr/>
          <p:nvPr userDrawn="1"/>
        </p:nvSpPr>
        <p:spPr>
          <a:xfrm rot="427094">
            <a:off x="16561901" y="531536"/>
            <a:ext cx="564948" cy="2172876"/>
          </a:xfrm>
          <a:custGeom>
            <a:avLst/>
            <a:gdLst/>
            <a:ahLst/>
            <a:cxnLst/>
            <a:rect l="l" t="t" r="r" b="b"/>
            <a:pathLst>
              <a:path w="564948" h="2172876">
                <a:moveTo>
                  <a:pt x="0" y="0"/>
                </a:moveTo>
                <a:lnTo>
                  <a:pt x="564948" y="0"/>
                </a:lnTo>
                <a:lnTo>
                  <a:pt x="564948" y="2172877"/>
                </a:lnTo>
                <a:lnTo>
                  <a:pt x="0" y="217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8000" y="1176765"/>
            <a:ext cx="14140525" cy="8784202"/>
          </a:xfrm>
        </p:spPr>
        <p:txBody>
          <a:bodyPr/>
          <a:lstStyle>
            <a:lvl1pPr>
              <a:defRPr sz="200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reeform 21">
            <a:extLst>
              <a:ext uri="{FF2B5EF4-FFF2-40B4-BE49-F238E27FC236}">
                <a16:creationId xmlns:a16="http://schemas.microsoft.com/office/drawing/2014/main" id="{64FCDC87-B20A-B8E5-E74A-A0085EF8B232}"/>
              </a:ext>
            </a:extLst>
          </p:cNvPr>
          <p:cNvSpPr/>
          <p:nvPr userDrawn="1"/>
        </p:nvSpPr>
        <p:spPr>
          <a:xfrm rot="-5400000">
            <a:off x="13134270" y="7317024"/>
            <a:ext cx="888935" cy="2657144"/>
          </a:xfrm>
          <a:custGeom>
            <a:avLst/>
            <a:gdLst/>
            <a:ahLst/>
            <a:cxnLst/>
            <a:rect l="l" t="t" r="r" b="b"/>
            <a:pathLst>
              <a:path w="888935" h="2657144">
                <a:moveTo>
                  <a:pt x="0" y="0"/>
                </a:moveTo>
                <a:lnTo>
                  <a:pt x="888935" y="0"/>
                </a:lnTo>
                <a:lnTo>
                  <a:pt x="888935" y="2657144"/>
                </a:lnTo>
                <a:lnTo>
                  <a:pt x="0" y="2657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4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BDCA0D-9AAE-AB3D-D0BA-161A8831374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-1" y="0"/>
            <a:ext cx="18287999" cy="10287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686800" cy="1227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lvl="0"/>
            <a:endParaRPr lang="en-US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  <p:sldLayoutId id="2147483658" r:id="rId5"/>
    <p:sldLayoutId id="2147483659" r:id="rId6"/>
    <p:sldLayoutId id="2147483660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i="0" kern="1200" baseline="0">
          <a:solidFill>
            <a:schemeClr val="bg1"/>
          </a:solidFill>
          <a:latin typeface="Gill Sans Ultra Bold" panose="020B0A02020104020203" pitchFamily="34" charset="77"/>
          <a:ea typeface="+mj-ea"/>
          <a:cs typeface="FUTURA MEDIUM" panose="020B0602020204020303" pitchFamily="34" charset="-79"/>
        </a:defRPr>
      </a:lvl1pPr>
    </p:titleStyle>
    <p:bodyStyle>
      <a:lvl1pPr marL="742950" indent="-742950" algn="l" defTabSz="914400" rtl="0" eaLnBrk="1" latinLnBrk="0" hangingPunct="1">
        <a:spcBef>
          <a:spcPct val="20000"/>
        </a:spcBef>
        <a:buClr>
          <a:schemeClr val="bg1"/>
        </a:buClr>
        <a:buFont typeface="+mj-lt"/>
        <a:buAutoNum type="arabicPeriod"/>
        <a:defRPr lang="en-US" sz="3600" b="1" i="0" kern="1200" baseline="0" dirty="0">
          <a:solidFill>
            <a:schemeClr val="bg1"/>
          </a:solidFill>
          <a:latin typeface="Bodoni 72" pitchFamily="2" charset="0"/>
          <a:ea typeface="+mn-ea"/>
          <a:cs typeface="+mn-cs"/>
        </a:defRPr>
      </a:lvl1pPr>
      <a:lvl2pPr marL="4572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2pPr>
      <a:lvl3pPr marL="914400" indent="0" algn="ctr" defTabSz="914400" rtl="0" eaLnBrk="1" latinLnBrk="0" hangingPunct="1">
        <a:spcBef>
          <a:spcPct val="20000"/>
        </a:spcBef>
        <a:buFontTx/>
        <a:buNone/>
        <a:defRPr sz="3600" b="0" i="1" kern="1200" baseline="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3pPr>
      <a:lvl4pPr marL="13716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4pPr>
      <a:lvl5pPr marL="18288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Gill Sans Ultra Bold</vt:lpstr>
      <vt:lpstr>Bodoni 72</vt:lpstr>
      <vt:lpstr>Bodoni 72 Book</vt:lpstr>
      <vt:lpstr>Wingdings</vt:lpstr>
      <vt:lpstr>Segoe Print</vt:lpstr>
      <vt:lpstr>Bodoni 72 Book</vt:lpstr>
      <vt:lpstr>Arial</vt:lpstr>
      <vt:lpstr>Aptos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334</cp:revision>
  <dcterms:created xsi:type="dcterms:W3CDTF">2006-08-16T00:00:00Z</dcterms:created>
  <dcterms:modified xsi:type="dcterms:W3CDTF">2025-12-18T22:15:41Z</dcterms:modified>
  <dc:identifier>DAG7lG08wj0</dc:identifier>
</cp:coreProperties>
</file>