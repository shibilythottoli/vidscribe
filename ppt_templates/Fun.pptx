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embeddedFontLst>
    <p:embeddedFont>
      <p:font typeface="Curlz MT" pitchFamily="82" charset="77"/>
      <p:regular r:id="rId2"/>
    </p:embeddedFont>
    <p:embeddedFont>
      <p:font typeface="Dreaming Outloud Script Pro" panose="03050502040304050704" pitchFamily="66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597" autoAdjust="0"/>
    <p:restoredTop sz="94622" autoAdjust="0"/>
  </p:normalViewPr>
  <p:slideViewPr>
    <p:cSldViewPr>
      <p:cViewPr varScale="1">
        <p:scale>
          <a:sx n="83" d="100"/>
          <a:sy n="83" d="100"/>
        </p:scale>
        <p:origin x="224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2.fntdata"/><Relationship Id="rId7" Type="http://schemas.openxmlformats.org/officeDocument/2006/relationships/tableStyles" Target="tableStyles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D2FB439E-A75F-3906-E194-DF680F6A6998}"/>
              </a:ext>
            </a:extLst>
          </p:cNvPr>
          <p:cNvSpPr/>
          <p:nvPr userDrawn="1"/>
        </p:nvSpPr>
        <p:spPr>
          <a:xfrm>
            <a:off x="-36095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FABCE04D-5A9F-8C33-4ADD-2CE0C6E9B67F}"/>
              </a:ext>
            </a:extLst>
          </p:cNvPr>
          <p:cNvSpPr/>
          <p:nvPr userDrawn="1"/>
        </p:nvSpPr>
        <p:spPr>
          <a:xfrm rot="457206">
            <a:off x="13992620" y="4260078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EB57F81-E506-F8D4-06C8-8F9F7D1ACAC1}"/>
              </a:ext>
            </a:extLst>
          </p:cNvPr>
          <p:cNvSpPr/>
          <p:nvPr userDrawn="1"/>
        </p:nvSpPr>
        <p:spPr>
          <a:xfrm rot="-733672">
            <a:off x="1115177" y="87664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0" y="3086100"/>
            <a:ext cx="7772400" cy="1470025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4797351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7145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162300"/>
            <a:ext cx="11887200" cy="6400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pPr lvl="0"/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ECD6AA6-5278-70E2-B86E-F91B51F5A7E6}"/>
              </a:ext>
            </a:extLst>
          </p:cNvPr>
          <p:cNvSpPr/>
          <p:nvPr userDrawn="1"/>
        </p:nvSpPr>
        <p:spPr>
          <a:xfrm rot="2020003">
            <a:off x="14039067" y="-26071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100" y="6591300"/>
            <a:ext cx="4495800" cy="22780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68200" y="4457700"/>
            <a:ext cx="4495800" cy="523983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001FB44-A0DC-7616-4150-C1B9AA43721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19200" y="4457699"/>
            <a:ext cx="4495800" cy="523983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0BBD30-F412-0FA7-2388-3A9336A549A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763753" y="342900"/>
            <a:ext cx="4495800" cy="523983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78ACE7B1-9727-450F-9006-2B7BDF7885CF}"/>
              </a:ext>
            </a:extLst>
          </p:cNvPr>
          <p:cNvSpPr/>
          <p:nvPr userDrawn="1"/>
        </p:nvSpPr>
        <p:spPr>
          <a:xfrm rot="457206">
            <a:off x="1896054" y="30184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5116" y="7505700"/>
            <a:ext cx="5486400" cy="1812132"/>
          </a:xfrm>
        </p:spPr>
        <p:txBody>
          <a:bodyPr anchor="b"/>
          <a:lstStyle>
            <a:lvl1pPr algn="l">
              <a:defRPr sz="3600" b="1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855116" y="1181100"/>
            <a:ext cx="5486400" cy="5670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1600" y="2019300"/>
            <a:ext cx="6084888" cy="6324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Wingdings" pitchFamily="2" charset="2"/>
              <a:buChar char="ü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21A4E3D8-E7D3-8155-8715-846CFE263473}"/>
              </a:ext>
            </a:extLst>
          </p:cNvPr>
          <p:cNvSpPr/>
          <p:nvPr userDrawn="1"/>
        </p:nvSpPr>
        <p:spPr>
          <a:xfrm rot="457206">
            <a:off x="452725" y="517110"/>
            <a:ext cx="3580159" cy="3779438"/>
          </a:xfrm>
          <a:custGeom>
            <a:avLst/>
            <a:gdLst/>
            <a:ahLst/>
            <a:cxnLst/>
            <a:rect l="l" t="t" r="r" b="b"/>
            <a:pathLst>
              <a:path w="3580159" h="3779438">
                <a:moveTo>
                  <a:pt x="0" y="0"/>
                </a:moveTo>
                <a:lnTo>
                  <a:pt x="3580159" y="0"/>
                </a:lnTo>
                <a:lnTo>
                  <a:pt x="3580159" y="3779439"/>
                </a:lnTo>
                <a:lnTo>
                  <a:pt x="0" y="377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4">
            <a:extLst>
              <a:ext uri="{FF2B5EF4-FFF2-40B4-BE49-F238E27FC236}">
                <a16:creationId xmlns:a16="http://schemas.microsoft.com/office/drawing/2014/main" id="{15EC38E8-6806-ABFE-7015-27AA4CF6DE2C}"/>
              </a:ext>
            </a:extLst>
          </p:cNvPr>
          <p:cNvSpPr/>
          <p:nvPr userDrawn="1"/>
        </p:nvSpPr>
        <p:spPr>
          <a:xfrm rot="-141864">
            <a:off x="1174126" y="7284498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7145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162300"/>
            <a:ext cx="11887200" cy="6400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400"/>
            </a:lvl1pPr>
          </a:lstStyle>
          <a:p>
            <a:pPr lvl="0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485E554-1B40-740B-B64C-7EA0E77FADDB}"/>
              </a:ext>
            </a:extLst>
          </p:cNvPr>
          <p:cNvSpPr/>
          <p:nvPr userDrawn="1"/>
        </p:nvSpPr>
        <p:spPr>
          <a:xfrm rot="20161618">
            <a:off x="13057941" y="5157630"/>
            <a:ext cx="3860012" cy="4706933"/>
          </a:xfrm>
          <a:custGeom>
            <a:avLst/>
            <a:gdLst/>
            <a:ahLst/>
            <a:cxnLst/>
            <a:rect l="l" t="t" r="r" b="b"/>
            <a:pathLst>
              <a:path w="6139036" h="6876720">
                <a:moveTo>
                  <a:pt x="0" y="0"/>
                </a:moveTo>
                <a:lnTo>
                  <a:pt x="6139036" y="0"/>
                </a:lnTo>
                <a:lnTo>
                  <a:pt x="6139036" y="6876720"/>
                </a:lnTo>
                <a:lnTo>
                  <a:pt x="0" y="687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3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342" y="4686300"/>
            <a:ext cx="4495800" cy="3886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0F152B6-004E-B91B-6A96-2F2CACC20164}"/>
              </a:ext>
            </a:extLst>
          </p:cNvPr>
          <p:cNvSpPr/>
          <p:nvPr userDrawn="1"/>
        </p:nvSpPr>
        <p:spPr>
          <a:xfrm rot="20161618">
            <a:off x="830123" y="500096"/>
            <a:ext cx="3236175" cy="3648009"/>
          </a:xfrm>
          <a:custGeom>
            <a:avLst/>
            <a:gdLst/>
            <a:ahLst/>
            <a:cxnLst/>
            <a:rect l="l" t="t" r="r" b="b"/>
            <a:pathLst>
              <a:path w="6139036" h="6876720">
                <a:moveTo>
                  <a:pt x="0" y="0"/>
                </a:moveTo>
                <a:lnTo>
                  <a:pt x="6139036" y="0"/>
                </a:lnTo>
                <a:lnTo>
                  <a:pt x="6139036" y="6876720"/>
                </a:lnTo>
                <a:lnTo>
                  <a:pt x="0" y="6876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3390900"/>
            <a:ext cx="12039600" cy="6477000"/>
          </a:xfrm>
          <a:prstGeom prst="rect">
            <a:avLst/>
          </a:prstGeom>
        </p:spPr>
        <p:txBody>
          <a:bodyPr numCol="2"/>
          <a:lstStyle>
            <a:lvl1pPr>
              <a:lnSpc>
                <a:spcPct val="150000"/>
              </a:lnSpc>
              <a:defRPr sz="3000" b="1"/>
            </a:lvl1pPr>
          </a:lstStyle>
          <a:p>
            <a:pPr lvl="0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4602492-5CDF-398B-EC6A-E35FB4FCF761}"/>
              </a:ext>
            </a:extLst>
          </p:cNvPr>
          <p:cNvSpPr/>
          <p:nvPr userDrawn="1"/>
        </p:nvSpPr>
        <p:spPr>
          <a:xfrm rot="-141864">
            <a:off x="14451248" y="1470955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CCCEB110-C52D-64E3-9DE3-7FB06CB6C881}"/>
              </a:ext>
            </a:extLst>
          </p:cNvPr>
          <p:cNvSpPr/>
          <p:nvPr userDrawn="1"/>
        </p:nvSpPr>
        <p:spPr>
          <a:xfrm>
            <a:off x="-36095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E35D37D-8E30-72D8-1EDA-F8F1A7CD5060}"/>
              </a:ext>
            </a:extLst>
          </p:cNvPr>
          <p:cNvSpPr/>
          <p:nvPr userDrawn="1"/>
        </p:nvSpPr>
        <p:spPr>
          <a:xfrm>
            <a:off x="116305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75" t="-17316" b="-674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46C0BF-AB69-89DB-950F-334F4E12A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3800" y="2933700"/>
            <a:ext cx="10515600" cy="4114800"/>
          </a:xfrm>
        </p:spPr>
        <p:txBody>
          <a:bodyPr/>
          <a:lstStyle>
            <a:lvl1pPr>
              <a:defRPr sz="9600">
                <a:solidFill>
                  <a:srgbClr val="FFC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FB179AF-2B20-23CB-464C-6999097E2866}"/>
              </a:ext>
            </a:extLst>
          </p:cNvPr>
          <p:cNvSpPr/>
          <p:nvPr userDrawn="1"/>
        </p:nvSpPr>
        <p:spPr>
          <a:xfrm rot="-141864">
            <a:off x="981161" y="6881156"/>
            <a:ext cx="3024223" cy="2644820"/>
          </a:xfrm>
          <a:custGeom>
            <a:avLst/>
            <a:gdLst/>
            <a:ahLst/>
            <a:cxnLst/>
            <a:rect l="l" t="t" r="r" b="b"/>
            <a:pathLst>
              <a:path w="3024223" h="2644820">
                <a:moveTo>
                  <a:pt x="0" y="0"/>
                </a:moveTo>
                <a:lnTo>
                  <a:pt x="3024223" y="0"/>
                </a:lnTo>
                <a:lnTo>
                  <a:pt x="3024223" y="2644821"/>
                </a:lnTo>
                <a:lnTo>
                  <a:pt x="0" y="2644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C29BF6AB-4969-2105-6396-99C926C87FBA}"/>
              </a:ext>
            </a:extLst>
          </p:cNvPr>
          <p:cNvSpPr/>
          <p:nvPr userDrawn="1"/>
        </p:nvSpPr>
        <p:spPr>
          <a:xfrm rot="2020003">
            <a:off x="14039067" y="-26071"/>
            <a:ext cx="3800341" cy="4239731"/>
          </a:xfrm>
          <a:custGeom>
            <a:avLst/>
            <a:gdLst/>
            <a:ahLst/>
            <a:cxnLst/>
            <a:rect l="l" t="t" r="r" b="b"/>
            <a:pathLst>
              <a:path w="3800341" h="4239731">
                <a:moveTo>
                  <a:pt x="0" y="0"/>
                </a:moveTo>
                <a:lnTo>
                  <a:pt x="3800342" y="0"/>
                </a:lnTo>
                <a:lnTo>
                  <a:pt x="3800342" y="4239731"/>
                </a:lnTo>
                <a:lnTo>
                  <a:pt x="0" y="423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4DBB3D57-A330-590F-4249-59B25C34A480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73" r:id="rId5"/>
    <p:sldLayoutId id="2147483672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FFC000"/>
          </a:solidFill>
          <a:latin typeface="Dreaming Outloud Script Pro" panose="03050502040304050704" pitchFamily="66" charset="77"/>
          <a:ea typeface="+mj-ea"/>
          <a:cs typeface="Dreaming Outloud Script Pro" panose="03050502040304050704" pitchFamily="66" charset="77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ct val="20000"/>
        </a:spcBef>
        <a:buClr>
          <a:srgbClr val="FFFF00"/>
        </a:buClr>
        <a:buFont typeface="Wingdings" pitchFamily="2" charset="2"/>
        <a:buChar char="ü"/>
        <a:defRPr sz="3200" kern="1200">
          <a:solidFill>
            <a:schemeClr val="accent6">
              <a:lumMod val="75000"/>
            </a:schemeClr>
          </a:solidFill>
          <a:latin typeface="Curlz MT" pitchFamily="82" charset="7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Dreaming Outloud Script Pro</vt:lpstr>
      <vt:lpstr>Calibri</vt:lpstr>
      <vt:lpstr>Wingdings</vt:lpstr>
      <vt:lpstr>Curlz MT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6</cp:revision>
  <dcterms:created xsi:type="dcterms:W3CDTF">2006-08-16T00:00:00Z</dcterms:created>
  <dcterms:modified xsi:type="dcterms:W3CDTF">2025-12-18T09:08:58Z</dcterms:modified>
  <dc:identifier>DAG7lG08wj0</dc:identifier>
</cp:coreProperties>
</file>