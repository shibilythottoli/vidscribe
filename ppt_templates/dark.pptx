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Sz cx="18288000" cy="10287000"/>
  <p:notesSz cx="6858000" cy="9144000"/>
  <p:embeddedFontLst>
    <p:embeddedFont>
      <p:font typeface="Bell MT" panose="02020503060305020303" pitchFamily="18" charset="77"/>
      <p:regular r:id="rId2"/>
      <p:bold r:id="rId3"/>
      <p:italic r:id="rId4"/>
    </p:embeddedFont>
    <p:embeddedFont>
      <p:font typeface="Corbel" panose="020B0503020204020204" pitchFamily="34" charset="0"/>
      <p:regular r:id="rId5"/>
      <p:bold r:id="rId6"/>
      <p:italic r:id="rId7"/>
      <p:boldItalic r:id="rId8"/>
    </p:embeddedFont>
    <p:embeddedFont>
      <p:font typeface="Impact" panose="020B0806030902050204" pitchFamily="3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52" autoAdjust="0"/>
  </p:normalViewPr>
  <p:slideViewPr>
    <p:cSldViewPr>
      <p:cViewPr varScale="1">
        <p:scale>
          <a:sx n="83" d="100"/>
          <a:sy n="83" d="100"/>
        </p:scale>
        <p:origin x="232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7.fntdata"/><Relationship Id="rId13" Type="http://schemas.openxmlformats.org/officeDocument/2006/relationships/tableStyles" Target="tableStyles.xml"/><Relationship Id="rId3" Type="http://schemas.openxmlformats.org/officeDocument/2006/relationships/font" Target="fonts/font2.fntdata"/><Relationship Id="rId7" Type="http://schemas.openxmlformats.org/officeDocument/2006/relationships/font" Target="fonts/font6.fntdata"/><Relationship Id="rId12" Type="http://schemas.openxmlformats.org/officeDocument/2006/relationships/theme" Target="theme/theme1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11" Type="http://schemas.openxmlformats.org/officeDocument/2006/relationships/viewProps" Target="viewProps.xml"/><Relationship Id="rId5" Type="http://schemas.openxmlformats.org/officeDocument/2006/relationships/font" Target="fonts/font4.fntdata"/><Relationship Id="rId10" Type="http://schemas.openxmlformats.org/officeDocument/2006/relationships/presProps" Target="presProps.xml"/><Relationship Id="rId4" Type="http://schemas.openxmlformats.org/officeDocument/2006/relationships/font" Target="fonts/font3.fntdata"/><Relationship Id="rId9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2171700"/>
            <a:ext cx="10134600" cy="3505200"/>
          </a:xfrm>
        </p:spPr>
        <p:txBody>
          <a:bodyPr/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905500"/>
            <a:ext cx="11963399" cy="1943289"/>
          </a:xfrm>
        </p:spPr>
        <p:txBody>
          <a:bodyPr numCol="1"/>
          <a:lstStyle>
            <a:lvl1pPr marL="0" indent="0" algn="ctr" rtl="0">
              <a:buNone/>
              <a:defRPr sz="2800" baseline="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C0ACBBCC-A9BF-5A1D-16D4-41C87B74BCFB}"/>
              </a:ext>
            </a:extLst>
          </p:cNvPr>
          <p:cNvSpPr/>
          <p:nvPr userDrawn="1"/>
        </p:nvSpPr>
        <p:spPr>
          <a:xfrm>
            <a:off x="152400" y="785748"/>
            <a:ext cx="1385952" cy="1385952"/>
          </a:xfrm>
          <a:custGeom>
            <a:avLst/>
            <a:gdLst/>
            <a:ahLst/>
            <a:cxnLst/>
            <a:rect l="l" t="t" r="r" b="b"/>
            <a:pathLst>
              <a:path w="1385952" h="1385952">
                <a:moveTo>
                  <a:pt x="0" y="0"/>
                </a:moveTo>
                <a:lnTo>
                  <a:pt x="1385952" y="0"/>
                </a:lnTo>
                <a:lnTo>
                  <a:pt x="1385952" y="1385952"/>
                </a:lnTo>
                <a:lnTo>
                  <a:pt x="0" y="138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41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305300"/>
            <a:ext cx="5410200" cy="281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0600" y="1409700"/>
            <a:ext cx="8360229" cy="8610600"/>
          </a:xfrm>
        </p:spPr>
        <p:txBody>
          <a:bodyPr numCol="1" anchor="ctr"/>
          <a:lstStyle>
            <a:lvl1pPr algn="l" fontAlgn="ctr" hangingPunct="1">
              <a:buFont typeface="Wingdings" pitchFamily="2" charset="2"/>
              <a:buChar char="§"/>
              <a:defRPr lang="en-US" sz="2800" dirty="0" smtClean="0">
                <a:latin typeface="Segoe Print" panose="02000800000000000000" pitchFamily="2" charset="0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768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343474"/>
            <a:ext cx="9420594" cy="11430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30200" y="4610100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§"/>
              <a:defRPr sz="2000"/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066581" y="4762500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§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66800" y="4610100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§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22DBB2-530F-5509-299B-3D1C991E81DD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543300"/>
            <a:ext cx="51054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Freeform 8">
            <a:extLst>
              <a:ext uri="{FF2B5EF4-FFF2-40B4-BE49-F238E27FC236}">
                <a16:creationId xmlns:a16="http://schemas.microsoft.com/office/drawing/2014/main" id="{56D21B80-4629-C85F-DBFF-00D9AB322C18}"/>
              </a:ext>
            </a:extLst>
          </p:cNvPr>
          <p:cNvSpPr/>
          <p:nvPr userDrawn="1"/>
        </p:nvSpPr>
        <p:spPr>
          <a:xfrm>
            <a:off x="15099662" y="1335619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DFF63F11-1403-A0BC-A995-D53C4C7184DD}"/>
              </a:ext>
            </a:extLst>
          </p:cNvPr>
          <p:cNvSpPr/>
          <p:nvPr userDrawn="1"/>
        </p:nvSpPr>
        <p:spPr>
          <a:xfrm>
            <a:off x="-838200" y="-723900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2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485900"/>
            <a:ext cx="6319834" cy="7848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108" y="1638300"/>
            <a:ext cx="6824037" cy="1680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101108" y="4076700"/>
            <a:ext cx="7976620" cy="5105400"/>
          </a:xfrm>
        </p:spPr>
        <p:txBody>
          <a:bodyPr/>
          <a:lstStyle>
            <a:lvl1pPr algn="l">
              <a:lnSpc>
                <a:spcPct val="100000"/>
              </a:lnSpc>
              <a:buFont typeface="Wingdings" pitchFamily="2" charset="2"/>
              <a:buChar char="§"/>
              <a:defRPr sz="2400" baseline="0">
                <a:latin typeface="Bell MT" panose="02020503060305020303" pitchFamily="18" charset="77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480008E0-9DEF-935E-DECE-0681F0350987}"/>
              </a:ext>
            </a:extLst>
          </p:cNvPr>
          <p:cNvSpPr/>
          <p:nvPr userDrawn="1"/>
        </p:nvSpPr>
        <p:spPr>
          <a:xfrm>
            <a:off x="-1289015" y="5128647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0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>
            <a:extLst>
              <a:ext uri="{FF2B5EF4-FFF2-40B4-BE49-F238E27FC236}">
                <a16:creationId xmlns:a16="http://schemas.microsoft.com/office/drawing/2014/main" id="{9633310E-B238-47E9-DF32-517AE9B0E29B}"/>
              </a:ext>
            </a:extLst>
          </p:cNvPr>
          <p:cNvSpPr/>
          <p:nvPr userDrawn="1"/>
        </p:nvSpPr>
        <p:spPr>
          <a:xfrm>
            <a:off x="-990600" y="890597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9700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8000" y="3238500"/>
            <a:ext cx="13919200" cy="6952068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Font typeface="Wingdings" pitchFamily="2" charset="2"/>
              <a:buChar char="§"/>
              <a:defRPr lang="en-US" sz="2400" dirty="0"/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09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0" y="3924300"/>
            <a:ext cx="5334000" cy="304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2200" y="647700"/>
            <a:ext cx="8839200" cy="9525000"/>
          </a:xfrm>
        </p:spPr>
        <p:txBody>
          <a:bodyPr numCol="2" anchor="t">
            <a:noAutofit/>
          </a:bodyPr>
          <a:lstStyle>
            <a:lvl1pPr>
              <a:lnSpc>
                <a:spcPct val="100000"/>
              </a:lnSpc>
              <a:buFont typeface="Wingdings" pitchFamily="2" charset="2"/>
              <a:buChar char="§"/>
              <a:defRPr lang="en-US" sz="2800" b="1" dirty="0">
                <a:solidFill>
                  <a:srgbClr val="92D050"/>
                </a:solidFill>
                <a:latin typeface="Impact" panose="020B0806030902050204" pitchFamily="34" charset="0"/>
              </a:defRPr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D0FBB605-9A9E-3504-342D-D04D263333C0}"/>
              </a:ext>
            </a:extLst>
          </p:cNvPr>
          <p:cNvSpPr/>
          <p:nvPr userDrawn="1"/>
        </p:nvSpPr>
        <p:spPr>
          <a:xfrm>
            <a:off x="15011400" y="9082097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2E8BFDF-092A-5BDB-C901-02D9D56D8731}"/>
              </a:ext>
            </a:extLst>
          </p:cNvPr>
          <p:cNvSpPr/>
          <p:nvPr userDrawn="1"/>
        </p:nvSpPr>
        <p:spPr>
          <a:xfrm>
            <a:off x="-304800" y="-266700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B7891F92-6835-38BE-1DE5-06F245B95832}"/>
              </a:ext>
            </a:extLst>
          </p:cNvPr>
          <p:cNvSpPr/>
          <p:nvPr userDrawn="1"/>
        </p:nvSpPr>
        <p:spPr>
          <a:xfrm>
            <a:off x="-304800" y="2019300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095500"/>
            <a:ext cx="12573000" cy="6553200"/>
          </a:xfrm>
        </p:spPr>
        <p:txBody>
          <a:bodyPr>
            <a:normAutofit/>
          </a:bodyPr>
          <a:lstStyle>
            <a:lvl1pPr>
              <a:defRPr sz="13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61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7.svg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7866EDE2-163D-32D8-9CF8-2BA940F85733}"/>
              </a:ext>
            </a:extLst>
          </p:cNvPr>
          <p:cNvSpPr/>
          <p:nvPr userDrawn="1"/>
        </p:nvSpPr>
        <p:spPr>
          <a:xfrm rot="-10800000" flipH="1" flipV="1">
            <a:off x="-23446" y="35869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486" t="-22129" r="-4111" b="-2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50AEE05B-22B8-1E14-1A2C-E474B6902287}"/>
              </a:ext>
            </a:extLst>
          </p:cNvPr>
          <p:cNvSpPr/>
          <p:nvPr userDrawn="1"/>
        </p:nvSpPr>
        <p:spPr>
          <a:xfrm>
            <a:off x="-371684" y="-181893"/>
            <a:ext cx="11368183" cy="11368183"/>
          </a:xfrm>
          <a:custGeom>
            <a:avLst/>
            <a:gdLst/>
            <a:ahLst/>
            <a:cxnLst/>
            <a:rect l="l" t="t" r="r" b="b"/>
            <a:pathLst>
              <a:path w="11368183" h="11368183">
                <a:moveTo>
                  <a:pt x="0" y="0"/>
                </a:moveTo>
                <a:lnTo>
                  <a:pt x="11368183" y="0"/>
                </a:lnTo>
                <a:lnTo>
                  <a:pt x="11368183" y="11368182"/>
                </a:lnTo>
                <a:lnTo>
                  <a:pt x="0" y="11368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8C5FDEC6-8BEE-8C56-EECB-F94D3574DA32}"/>
              </a:ext>
            </a:extLst>
          </p:cNvPr>
          <p:cNvSpPr/>
          <p:nvPr userDrawn="1"/>
        </p:nvSpPr>
        <p:spPr>
          <a:xfrm>
            <a:off x="15099662" y="-795794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6F625D7E-13D9-A1A2-24A9-A0E325C0C746}"/>
              </a:ext>
            </a:extLst>
          </p:cNvPr>
          <p:cNvSpPr/>
          <p:nvPr userDrawn="1"/>
        </p:nvSpPr>
        <p:spPr>
          <a:xfrm>
            <a:off x="-843686" y="7571659"/>
            <a:ext cx="1763450" cy="1639016"/>
          </a:xfrm>
          <a:custGeom>
            <a:avLst/>
            <a:gdLst/>
            <a:ahLst/>
            <a:cxnLst/>
            <a:rect l="l" t="t" r="r" b="b"/>
            <a:pathLst>
              <a:path w="1763450" h="1639016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3080" r="-227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C708D188-C22A-8E89-ED69-F273F1C1EAD3}"/>
              </a:ext>
            </a:extLst>
          </p:cNvPr>
          <p:cNvSpPr/>
          <p:nvPr userDrawn="1"/>
        </p:nvSpPr>
        <p:spPr>
          <a:xfrm flipH="1" flipV="1">
            <a:off x="17245379" y="9116897"/>
            <a:ext cx="5703" cy="1000203"/>
          </a:xfrm>
          <a:prstGeom prst="line">
            <a:avLst/>
          </a:prstGeom>
          <a:ln w="19050" cap="flat">
            <a:solidFill>
              <a:srgbClr val="74E8A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C559BAEE-474C-4C04-B31E-37B5DBBD6F42}"/>
              </a:ext>
            </a:extLst>
          </p:cNvPr>
          <p:cNvSpPr/>
          <p:nvPr userDrawn="1"/>
        </p:nvSpPr>
        <p:spPr>
          <a:xfrm flipV="1">
            <a:off x="1724256" y="9569373"/>
            <a:ext cx="605291" cy="0"/>
          </a:xfrm>
          <a:prstGeom prst="line">
            <a:avLst/>
          </a:prstGeom>
          <a:ln w="95250" cap="flat">
            <a:solidFill>
              <a:srgbClr val="74E8A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9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marL="0" marR="0" indent="0" algn="ctr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5400" b="1" i="0" kern="1200" baseline="0">
          <a:solidFill>
            <a:schemeClr val="accent3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571500" indent="-571500" algn="l" defTabSz="914400" rtl="0" eaLnBrk="1" latinLnBrk="0" hangingPunct="1">
        <a:spcBef>
          <a:spcPct val="20000"/>
        </a:spcBef>
        <a:buClr>
          <a:schemeClr val="bg1"/>
        </a:buClr>
        <a:buFont typeface="Wingdings" pitchFamily="2" charset="2"/>
        <a:buChar char="§"/>
        <a:defRPr lang="en-US" sz="3600" b="1" i="0" kern="1200" baseline="0" dirty="0">
          <a:solidFill>
            <a:schemeClr val="bg1">
              <a:lumMod val="95000"/>
            </a:schemeClr>
          </a:solidFill>
          <a:latin typeface="Bell MT" panose="02020503060305020303" pitchFamily="18" charset="77"/>
          <a:ea typeface="+mn-ea"/>
          <a:cs typeface="Angsana New" panose="02020603050405020304" pitchFamily="18" charset="-34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Segoe Print</vt:lpstr>
      <vt:lpstr>Impact</vt:lpstr>
      <vt:lpstr>Arial</vt:lpstr>
      <vt:lpstr>Bell MT</vt:lpstr>
      <vt:lpstr>Wingdings</vt:lpstr>
      <vt:lpstr>Corbel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3</cp:revision>
  <dcterms:created xsi:type="dcterms:W3CDTF">2006-08-16T00:00:00Z</dcterms:created>
  <dcterms:modified xsi:type="dcterms:W3CDTF">2025-12-18T11:20:50Z</dcterms:modified>
  <dc:identifier>DAG7lG08wj0</dc:identifier>
</cp:coreProperties>
</file>