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Sz cx="18288000" cy="10287000"/>
  <p:notesSz cx="6858000" cy="9144000"/>
  <p:embeddedFontLst>
    <p:embeddedFont>
      <p:font typeface="Broadway" pitchFamily="82" charset="77"/>
      <p:regular r:id="rId2"/>
    </p:embeddedFont>
    <p:embeddedFont>
      <p:font typeface="Corbel" panose="020B0503020204020204" pitchFamily="34" charset="0"/>
      <p:regular r:id="rId3"/>
      <p:bold r:id="rId4"/>
      <p:italic r:id="rId5"/>
      <p:boldItalic r:id="rId6"/>
    </p:embeddedFont>
    <p:embeddedFont>
      <p:font typeface="Engravers MT" panose="02090707080505020304" pitchFamily="18" charset="77"/>
      <p:regular r:id="rId7"/>
      <p:bold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6997" autoAdjust="0"/>
    <p:restoredTop sz="94652" autoAdjust="0"/>
  </p:normalViewPr>
  <p:slideViewPr>
    <p:cSldViewPr>
      <p:cViewPr varScale="1">
        <p:scale>
          <a:sx n="81" d="100"/>
          <a:sy n="81" d="100"/>
        </p:scale>
        <p:origin x="224" y="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7.fntdata"/><Relationship Id="rId3" Type="http://schemas.openxmlformats.org/officeDocument/2006/relationships/font" Target="fonts/font2.fntdata"/><Relationship Id="rId7" Type="http://schemas.openxmlformats.org/officeDocument/2006/relationships/font" Target="fonts/font6.fntdata"/><Relationship Id="rId12" Type="http://schemas.openxmlformats.org/officeDocument/2006/relationships/tableStyles" Target="tableStyles.xml"/><Relationship Id="rId2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font" Target="fonts/font5.fntdata"/><Relationship Id="rId11" Type="http://schemas.openxmlformats.org/officeDocument/2006/relationships/theme" Target="theme/theme1.xml"/><Relationship Id="rId5" Type="http://schemas.openxmlformats.org/officeDocument/2006/relationships/font" Target="fonts/font4.fntdata"/><Relationship Id="rId10" Type="http://schemas.openxmlformats.org/officeDocument/2006/relationships/viewProps" Target="viewProps.xml"/><Relationship Id="rId4" Type="http://schemas.openxmlformats.org/officeDocument/2006/relationships/font" Target="fonts/font3.fntdata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90800" y="3009900"/>
            <a:ext cx="9448800" cy="3429000"/>
          </a:xfrm>
        </p:spPr>
        <p:txBody>
          <a:bodyPr/>
          <a:lstStyle>
            <a:lvl1pPr>
              <a:defRPr sz="7200"/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0" y="6665817"/>
            <a:ext cx="7696200" cy="2668683"/>
          </a:xfrm>
        </p:spPr>
        <p:txBody>
          <a:bodyPr numCol="1"/>
          <a:lstStyle>
            <a:lvl1pPr marL="0" indent="0" algn="ctr" rtl="0">
              <a:buNone/>
              <a:defRPr sz="28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1768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7">
            <a:extLst>
              <a:ext uri="{FF2B5EF4-FFF2-40B4-BE49-F238E27FC236}">
                <a16:creationId xmlns:a16="http://schemas.microsoft.com/office/drawing/2014/main" id="{F69D7C61-6C47-5682-80A0-C0D4B69B7C7F}"/>
              </a:ext>
            </a:extLst>
          </p:cNvPr>
          <p:cNvGrpSpPr/>
          <p:nvPr userDrawn="1"/>
        </p:nvGrpSpPr>
        <p:grpSpPr>
          <a:xfrm>
            <a:off x="6629400" y="1539622"/>
            <a:ext cx="9186041" cy="7207755"/>
            <a:chOff x="0" y="-38100"/>
            <a:chExt cx="3259624" cy="1391477"/>
          </a:xfrm>
        </p:grpSpPr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332A3BE7-2D6C-3679-6630-FE1E808ABE59}"/>
                </a:ext>
              </a:extLst>
            </p:cNvPr>
            <p:cNvSpPr/>
            <p:nvPr/>
          </p:nvSpPr>
          <p:spPr>
            <a:xfrm>
              <a:off x="0" y="14711"/>
              <a:ext cx="3259624" cy="1338666"/>
            </a:xfrm>
            <a:custGeom>
              <a:avLst/>
              <a:gdLst/>
              <a:ahLst/>
              <a:cxnLst/>
              <a:rect l="l" t="t" r="r" b="b"/>
              <a:pathLst>
                <a:path w="3259624" h="1353377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1321475"/>
                  </a:lnTo>
                  <a:cubicBezTo>
                    <a:pt x="3259624" y="1329936"/>
                    <a:pt x="3256263" y="1338051"/>
                    <a:pt x="3250280" y="1344033"/>
                  </a:cubicBezTo>
                  <a:cubicBezTo>
                    <a:pt x="3244297" y="1350016"/>
                    <a:pt x="3236183" y="1353377"/>
                    <a:pt x="3227722" y="1353377"/>
                  </a:cubicBezTo>
                  <a:lnTo>
                    <a:pt x="31903" y="1353377"/>
                  </a:lnTo>
                  <a:cubicBezTo>
                    <a:pt x="23441" y="1353377"/>
                    <a:pt x="15327" y="1350016"/>
                    <a:pt x="9344" y="1344033"/>
                  </a:cubicBezTo>
                  <a:cubicBezTo>
                    <a:pt x="3361" y="1338051"/>
                    <a:pt x="0" y="1329936"/>
                    <a:pt x="0" y="1321475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9">
              <a:extLst>
                <a:ext uri="{FF2B5EF4-FFF2-40B4-BE49-F238E27FC236}">
                  <a16:creationId xmlns:a16="http://schemas.microsoft.com/office/drawing/2014/main" id="{75F07D0C-14E9-A3AD-8ECC-037660734809}"/>
                </a:ext>
              </a:extLst>
            </p:cNvPr>
            <p:cNvSpPr txBox="1"/>
            <p:nvPr/>
          </p:nvSpPr>
          <p:spPr>
            <a:xfrm>
              <a:off x="0" y="-38100"/>
              <a:ext cx="3259624" cy="139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48100"/>
            <a:ext cx="5410200" cy="2819400"/>
          </a:xfrm>
        </p:spPr>
        <p:txBody>
          <a:bodyPr/>
          <a:lstStyle>
            <a:lvl1pPr>
              <a:defRPr sz="5400"/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29400" y="1698878"/>
            <a:ext cx="9186040" cy="6934198"/>
          </a:xfrm>
        </p:spPr>
        <p:txBody>
          <a:bodyPr numCol="1" anchor="ctr"/>
          <a:lstStyle>
            <a:lvl1pPr algn="l" fontAlgn="ctr" hangingPunct="1">
              <a:buFont typeface="Wingdings" pitchFamily="2" charset="2"/>
              <a:buChar char="Ø"/>
              <a:defRPr lang="en-US" sz="2400" dirty="0" smtClean="0">
                <a:latin typeface="Big Caslon Medium" panose="02000603090000020003" pitchFamily="2" charset="-79"/>
                <a:cs typeface="Big Caslon Medium" panose="02000603090000020003" pitchFamily="2" charset="-79"/>
              </a:defRPr>
            </a:lvl1pPr>
            <a:lvl2pPr>
              <a:defRPr>
                <a:latin typeface="Segoe Print" panose="02000800000000000000" pitchFamily="2" charset="0"/>
              </a:defRPr>
            </a:lvl2pPr>
            <a:lvl8pPr>
              <a:defRPr sz="3600">
                <a:latin typeface="Segoe Print" panose="02000800000000000000" pitchFamily="2" charset="0"/>
              </a:defRPr>
            </a:lvl8pPr>
          </a:lstStyle>
          <a:p>
            <a:pPr lvl="0"/>
            <a:endParaRPr lang="en-US" baseline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99368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7">
            <a:extLst>
              <a:ext uri="{FF2B5EF4-FFF2-40B4-BE49-F238E27FC236}">
                <a16:creationId xmlns:a16="http://schemas.microsoft.com/office/drawing/2014/main" id="{C67AFEB9-05C4-956A-94BF-BA6B183C8B60}"/>
              </a:ext>
            </a:extLst>
          </p:cNvPr>
          <p:cNvGrpSpPr/>
          <p:nvPr userDrawn="1"/>
        </p:nvGrpSpPr>
        <p:grpSpPr>
          <a:xfrm>
            <a:off x="1498642" y="3064626"/>
            <a:ext cx="4072759" cy="4956037"/>
            <a:chOff x="0" y="0"/>
            <a:chExt cx="3259624" cy="1353377"/>
          </a:xfrm>
        </p:grpSpPr>
        <p:sp>
          <p:nvSpPr>
            <p:cNvPr id="31" name="Freeform 8">
              <a:extLst>
                <a:ext uri="{FF2B5EF4-FFF2-40B4-BE49-F238E27FC236}">
                  <a16:creationId xmlns:a16="http://schemas.microsoft.com/office/drawing/2014/main" id="{89AA5AC0-25FA-069B-D810-CBB87D6DBF9C}"/>
                </a:ext>
              </a:extLst>
            </p:cNvPr>
            <p:cNvSpPr/>
            <p:nvPr/>
          </p:nvSpPr>
          <p:spPr>
            <a:xfrm>
              <a:off x="0" y="0"/>
              <a:ext cx="3259624" cy="1353377"/>
            </a:xfrm>
            <a:custGeom>
              <a:avLst/>
              <a:gdLst/>
              <a:ahLst/>
              <a:cxnLst/>
              <a:rect l="l" t="t" r="r" b="b"/>
              <a:pathLst>
                <a:path w="3259624" h="1353377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1321475"/>
                  </a:lnTo>
                  <a:cubicBezTo>
                    <a:pt x="3259624" y="1329936"/>
                    <a:pt x="3256263" y="1338051"/>
                    <a:pt x="3250280" y="1344033"/>
                  </a:cubicBezTo>
                  <a:cubicBezTo>
                    <a:pt x="3244297" y="1350016"/>
                    <a:pt x="3236183" y="1353377"/>
                    <a:pt x="3227722" y="1353377"/>
                  </a:cubicBezTo>
                  <a:lnTo>
                    <a:pt x="31903" y="1353377"/>
                  </a:lnTo>
                  <a:cubicBezTo>
                    <a:pt x="23441" y="1353377"/>
                    <a:pt x="15327" y="1350016"/>
                    <a:pt x="9344" y="1344033"/>
                  </a:cubicBezTo>
                  <a:cubicBezTo>
                    <a:pt x="3361" y="1338051"/>
                    <a:pt x="0" y="1329936"/>
                    <a:pt x="0" y="1321475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  <p:txBody>
            <a:bodyPr/>
            <a:lstStyle/>
            <a:p>
              <a:endParaRPr lang="en-US" b="0"/>
            </a:p>
          </p:txBody>
        </p:sp>
        <p:sp>
          <p:nvSpPr>
            <p:cNvPr id="32" name="TextBox 9">
              <a:extLst>
                <a:ext uri="{FF2B5EF4-FFF2-40B4-BE49-F238E27FC236}">
                  <a16:creationId xmlns:a16="http://schemas.microsoft.com/office/drawing/2014/main" id="{A87356EB-DB7B-4943-D3CF-9805AFB93D6C}"/>
                </a:ext>
              </a:extLst>
            </p:cNvPr>
            <p:cNvSpPr txBox="1"/>
            <p:nvPr/>
          </p:nvSpPr>
          <p:spPr>
            <a:xfrm>
              <a:off x="0" y="-38100"/>
              <a:ext cx="3259624" cy="139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b="0"/>
            </a:p>
          </p:txBody>
        </p:sp>
      </p:grpSp>
      <p:grpSp>
        <p:nvGrpSpPr>
          <p:cNvPr id="21" name="Group 7">
            <a:extLst>
              <a:ext uri="{FF2B5EF4-FFF2-40B4-BE49-F238E27FC236}">
                <a16:creationId xmlns:a16="http://schemas.microsoft.com/office/drawing/2014/main" id="{5FF35A66-20EE-9601-5B71-B65AAEAA7846}"/>
              </a:ext>
            </a:extLst>
          </p:cNvPr>
          <p:cNvGrpSpPr/>
          <p:nvPr userDrawn="1"/>
        </p:nvGrpSpPr>
        <p:grpSpPr>
          <a:xfrm>
            <a:off x="10205679" y="3027748"/>
            <a:ext cx="4072759" cy="4956037"/>
            <a:chOff x="0" y="0"/>
            <a:chExt cx="3259624" cy="1353377"/>
          </a:xfrm>
        </p:grpSpPr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B8EA78E9-9D4D-3D02-07FF-CBA9F83A23EF}"/>
                </a:ext>
              </a:extLst>
            </p:cNvPr>
            <p:cNvSpPr/>
            <p:nvPr/>
          </p:nvSpPr>
          <p:spPr>
            <a:xfrm>
              <a:off x="0" y="0"/>
              <a:ext cx="3259624" cy="1353377"/>
            </a:xfrm>
            <a:custGeom>
              <a:avLst/>
              <a:gdLst/>
              <a:ahLst/>
              <a:cxnLst/>
              <a:rect l="l" t="t" r="r" b="b"/>
              <a:pathLst>
                <a:path w="3259624" h="1353377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1321475"/>
                  </a:lnTo>
                  <a:cubicBezTo>
                    <a:pt x="3259624" y="1329936"/>
                    <a:pt x="3256263" y="1338051"/>
                    <a:pt x="3250280" y="1344033"/>
                  </a:cubicBezTo>
                  <a:cubicBezTo>
                    <a:pt x="3244297" y="1350016"/>
                    <a:pt x="3236183" y="1353377"/>
                    <a:pt x="3227722" y="1353377"/>
                  </a:cubicBezTo>
                  <a:lnTo>
                    <a:pt x="31903" y="1353377"/>
                  </a:lnTo>
                  <a:cubicBezTo>
                    <a:pt x="23441" y="1353377"/>
                    <a:pt x="15327" y="1350016"/>
                    <a:pt x="9344" y="1344033"/>
                  </a:cubicBezTo>
                  <a:cubicBezTo>
                    <a:pt x="3361" y="1338051"/>
                    <a:pt x="0" y="1329936"/>
                    <a:pt x="0" y="1321475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9">
              <a:extLst>
                <a:ext uri="{FF2B5EF4-FFF2-40B4-BE49-F238E27FC236}">
                  <a16:creationId xmlns:a16="http://schemas.microsoft.com/office/drawing/2014/main" id="{F45ACF79-12F7-1119-97F7-03B0F140408F}"/>
                </a:ext>
              </a:extLst>
            </p:cNvPr>
            <p:cNvSpPr txBox="1"/>
            <p:nvPr/>
          </p:nvSpPr>
          <p:spPr>
            <a:xfrm>
              <a:off x="0" y="-38100"/>
              <a:ext cx="3259624" cy="139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7">
            <a:extLst>
              <a:ext uri="{FF2B5EF4-FFF2-40B4-BE49-F238E27FC236}">
                <a16:creationId xmlns:a16="http://schemas.microsoft.com/office/drawing/2014/main" id="{B4B81E9B-050C-10D7-A71D-55EBCCAE582A}"/>
              </a:ext>
            </a:extLst>
          </p:cNvPr>
          <p:cNvGrpSpPr/>
          <p:nvPr userDrawn="1"/>
        </p:nvGrpSpPr>
        <p:grpSpPr>
          <a:xfrm>
            <a:off x="5759447" y="3064626"/>
            <a:ext cx="4072759" cy="4956037"/>
            <a:chOff x="0" y="0"/>
            <a:chExt cx="3259624" cy="1353377"/>
          </a:xfrm>
        </p:grpSpPr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03ABDAC0-351B-5418-509F-4317EFB2BBE4}"/>
                </a:ext>
              </a:extLst>
            </p:cNvPr>
            <p:cNvSpPr/>
            <p:nvPr/>
          </p:nvSpPr>
          <p:spPr>
            <a:xfrm>
              <a:off x="0" y="0"/>
              <a:ext cx="3259624" cy="1353377"/>
            </a:xfrm>
            <a:custGeom>
              <a:avLst/>
              <a:gdLst/>
              <a:ahLst/>
              <a:cxnLst/>
              <a:rect l="l" t="t" r="r" b="b"/>
              <a:pathLst>
                <a:path w="3259624" h="1353377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1321475"/>
                  </a:lnTo>
                  <a:cubicBezTo>
                    <a:pt x="3259624" y="1329936"/>
                    <a:pt x="3256263" y="1338051"/>
                    <a:pt x="3250280" y="1344033"/>
                  </a:cubicBezTo>
                  <a:cubicBezTo>
                    <a:pt x="3244297" y="1350016"/>
                    <a:pt x="3236183" y="1353377"/>
                    <a:pt x="3227722" y="1353377"/>
                  </a:cubicBezTo>
                  <a:lnTo>
                    <a:pt x="31903" y="1353377"/>
                  </a:lnTo>
                  <a:cubicBezTo>
                    <a:pt x="23441" y="1353377"/>
                    <a:pt x="15327" y="1350016"/>
                    <a:pt x="9344" y="1344033"/>
                  </a:cubicBezTo>
                  <a:cubicBezTo>
                    <a:pt x="3361" y="1338051"/>
                    <a:pt x="0" y="1329936"/>
                    <a:pt x="0" y="1321475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9">
              <a:extLst>
                <a:ext uri="{FF2B5EF4-FFF2-40B4-BE49-F238E27FC236}">
                  <a16:creationId xmlns:a16="http://schemas.microsoft.com/office/drawing/2014/main" id="{19692051-2722-03FB-9C63-608C2FFA6396}"/>
                </a:ext>
              </a:extLst>
            </p:cNvPr>
            <p:cNvSpPr txBox="1"/>
            <p:nvPr/>
          </p:nvSpPr>
          <p:spPr>
            <a:xfrm>
              <a:off x="0" y="-38100"/>
              <a:ext cx="3259624" cy="139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612" y="1770910"/>
            <a:ext cx="9420594" cy="1143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22759" y="3064626"/>
            <a:ext cx="4038600" cy="4882282"/>
          </a:xfrm>
        </p:spPr>
        <p:txBody>
          <a:bodyPr/>
          <a:lstStyle>
            <a:lvl1pPr algn="l">
              <a:buFont typeface="Wingdings" pitchFamily="2" charset="2"/>
              <a:buChar char="Ø"/>
              <a:defRPr sz="2000"/>
            </a:lvl1pPr>
            <a:lvl2pPr>
              <a:defRPr sz="2400"/>
            </a:lvl2pPr>
            <a:lvl3pPr>
              <a:defRPr sz="2000"/>
            </a:lvl3pPr>
            <a:lvl4pPr algn="ctr" fontAlgn="ctr"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1632F926-96CF-07E7-C497-9B597CDB8053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5793606" y="3092852"/>
            <a:ext cx="4038600" cy="4882282"/>
          </a:xfrm>
        </p:spPr>
        <p:txBody>
          <a:bodyPr/>
          <a:lstStyle>
            <a:lvl1pPr algn="l">
              <a:buFont typeface="Wingdings" pitchFamily="2" charset="2"/>
              <a:buChar char="Ø"/>
              <a:defRPr sz="2000"/>
            </a:lvl1pPr>
            <a:lvl2pPr algn="ctr" fontAlgn="ctr"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19C4C0A3-131C-4A61-CF90-F6E5D632DEB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1515722" y="3092852"/>
            <a:ext cx="4038600" cy="4882282"/>
          </a:xfrm>
        </p:spPr>
        <p:txBody>
          <a:bodyPr/>
          <a:lstStyle>
            <a:lvl1pPr algn="l">
              <a:buFont typeface="Wingdings" pitchFamily="2" charset="2"/>
              <a:buChar char="Ø"/>
              <a:defRPr sz="2000"/>
            </a:lvl1pPr>
            <a:lvl2pPr algn="ctr" fontAlgn="ctr"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204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7">
            <a:extLst>
              <a:ext uri="{FF2B5EF4-FFF2-40B4-BE49-F238E27FC236}">
                <a16:creationId xmlns:a16="http://schemas.microsoft.com/office/drawing/2014/main" id="{20E4CC39-B47C-E353-B2FD-C3471115BDBF}"/>
              </a:ext>
            </a:extLst>
          </p:cNvPr>
          <p:cNvGrpSpPr/>
          <p:nvPr userDrawn="1"/>
        </p:nvGrpSpPr>
        <p:grpSpPr>
          <a:xfrm>
            <a:off x="3081962" y="1080375"/>
            <a:ext cx="6824037" cy="1680895"/>
            <a:chOff x="0" y="0"/>
            <a:chExt cx="3259624" cy="1353377"/>
          </a:xfrm>
        </p:grpSpPr>
        <p:sp>
          <p:nvSpPr>
            <p:cNvPr id="7" name="Freeform 8">
              <a:extLst>
                <a:ext uri="{FF2B5EF4-FFF2-40B4-BE49-F238E27FC236}">
                  <a16:creationId xmlns:a16="http://schemas.microsoft.com/office/drawing/2014/main" id="{97AA71FC-0AC8-242A-1097-3815B42A189D}"/>
                </a:ext>
              </a:extLst>
            </p:cNvPr>
            <p:cNvSpPr/>
            <p:nvPr/>
          </p:nvSpPr>
          <p:spPr>
            <a:xfrm>
              <a:off x="0" y="0"/>
              <a:ext cx="3259624" cy="1353377"/>
            </a:xfrm>
            <a:custGeom>
              <a:avLst/>
              <a:gdLst/>
              <a:ahLst/>
              <a:cxnLst/>
              <a:rect l="l" t="t" r="r" b="b"/>
              <a:pathLst>
                <a:path w="3259624" h="1353377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1321475"/>
                  </a:lnTo>
                  <a:cubicBezTo>
                    <a:pt x="3259624" y="1329936"/>
                    <a:pt x="3256263" y="1338051"/>
                    <a:pt x="3250280" y="1344033"/>
                  </a:cubicBezTo>
                  <a:cubicBezTo>
                    <a:pt x="3244297" y="1350016"/>
                    <a:pt x="3236183" y="1353377"/>
                    <a:pt x="3227722" y="1353377"/>
                  </a:cubicBezTo>
                  <a:lnTo>
                    <a:pt x="31903" y="1353377"/>
                  </a:lnTo>
                  <a:cubicBezTo>
                    <a:pt x="23441" y="1353377"/>
                    <a:pt x="15327" y="1350016"/>
                    <a:pt x="9344" y="1344033"/>
                  </a:cubicBezTo>
                  <a:cubicBezTo>
                    <a:pt x="3361" y="1338051"/>
                    <a:pt x="0" y="1329936"/>
                    <a:pt x="0" y="1321475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9">
              <a:extLst>
                <a:ext uri="{FF2B5EF4-FFF2-40B4-BE49-F238E27FC236}">
                  <a16:creationId xmlns:a16="http://schemas.microsoft.com/office/drawing/2014/main" id="{0CB576BA-D07B-E8E1-0F00-F05FA02821B8}"/>
                </a:ext>
              </a:extLst>
            </p:cNvPr>
            <p:cNvSpPr txBox="1"/>
            <p:nvPr/>
          </p:nvSpPr>
          <p:spPr>
            <a:xfrm>
              <a:off x="0" y="-38100"/>
              <a:ext cx="3259624" cy="139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" name="Group 7">
            <a:extLst>
              <a:ext uri="{FF2B5EF4-FFF2-40B4-BE49-F238E27FC236}">
                <a16:creationId xmlns:a16="http://schemas.microsoft.com/office/drawing/2014/main" id="{77634BD6-013A-F7D4-8437-571C9E74402E}"/>
              </a:ext>
            </a:extLst>
          </p:cNvPr>
          <p:cNvGrpSpPr/>
          <p:nvPr userDrawn="1"/>
        </p:nvGrpSpPr>
        <p:grpSpPr>
          <a:xfrm>
            <a:off x="1195206" y="3026979"/>
            <a:ext cx="9246213" cy="6179645"/>
            <a:chOff x="0" y="0"/>
            <a:chExt cx="3259624" cy="1353377"/>
          </a:xfrm>
        </p:grpSpPr>
        <p:sp>
          <p:nvSpPr>
            <p:cNvPr id="4" name="Freeform 8">
              <a:extLst>
                <a:ext uri="{FF2B5EF4-FFF2-40B4-BE49-F238E27FC236}">
                  <a16:creationId xmlns:a16="http://schemas.microsoft.com/office/drawing/2014/main" id="{41D83843-25A6-7C7A-EF94-AEEE11E81C51}"/>
                </a:ext>
              </a:extLst>
            </p:cNvPr>
            <p:cNvSpPr/>
            <p:nvPr/>
          </p:nvSpPr>
          <p:spPr>
            <a:xfrm>
              <a:off x="0" y="0"/>
              <a:ext cx="3259624" cy="1353377"/>
            </a:xfrm>
            <a:custGeom>
              <a:avLst/>
              <a:gdLst/>
              <a:ahLst/>
              <a:cxnLst/>
              <a:rect l="l" t="t" r="r" b="b"/>
              <a:pathLst>
                <a:path w="3259624" h="1353377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1321475"/>
                  </a:lnTo>
                  <a:cubicBezTo>
                    <a:pt x="3259624" y="1329936"/>
                    <a:pt x="3256263" y="1338051"/>
                    <a:pt x="3250280" y="1344033"/>
                  </a:cubicBezTo>
                  <a:cubicBezTo>
                    <a:pt x="3244297" y="1350016"/>
                    <a:pt x="3236183" y="1353377"/>
                    <a:pt x="3227722" y="1353377"/>
                  </a:cubicBezTo>
                  <a:lnTo>
                    <a:pt x="31903" y="1353377"/>
                  </a:lnTo>
                  <a:cubicBezTo>
                    <a:pt x="23441" y="1353377"/>
                    <a:pt x="15327" y="1350016"/>
                    <a:pt x="9344" y="1344033"/>
                  </a:cubicBezTo>
                  <a:cubicBezTo>
                    <a:pt x="3361" y="1338051"/>
                    <a:pt x="0" y="1329936"/>
                    <a:pt x="0" y="1321475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9">
              <a:extLst>
                <a:ext uri="{FF2B5EF4-FFF2-40B4-BE49-F238E27FC236}">
                  <a16:creationId xmlns:a16="http://schemas.microsoft.com/office/drawing/2014/main" id="{B3C96FB8-E16E-3301-6C7A-09FD29B4EDA1}"/>
                </a:ext>
              </a:extLst>
            </p:cNvPr>
            <p:cNvSpPr txBox="1"/>
            <p:nvPr/>
          </p:nvSpPr>
          <p:spPr>
            <a:xfrm>
              <a:off x="0" y="-38100"/>
              <a:ext cx="3259624" cy="139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972800" y="2552700"/>
            <a:ext cx="5053863" cy="63536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5D74C487-00FF-6EB3-2BB0-BEB75AD96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1962" y="1080374"/>
            <a:ext cx="6824037" cy="16808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CF81F814-A9C6-5F51-908E-386E25AFD90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524000" y="3086099"/>
            <a:ext cx="8917418" cy="6120525"/>
          </a:xfrm>
        </p:spPr>
        <p:txBody>
          <a:bodyPr/>
          <a:lstStyle>
            <a:lvl1pPr algn="l">
              <a:lnSpc>
                <a:spcPct val="100000"/>
              </a:lnSpc>
              <a:buFont typeface="Wingdings" pitchFamily="2" charset="2"/>
              <a:buChar char="Ø"/>
              <a:defRPr sz="2400" baseline="0">
                <a:latin typeface="Engravers MT" panose="02090707080505020304" pitchFamily="18" charset="77"/>
                <a:cs typeface="Big Caslon Medium" panose="02000603090000020003" pitchFamily="2" charset="-79"/>
              </a:defRPr>
            </a:lvl1pPr>
            <a:lvl5pPr algn="ctr" fontAlgn="ctr">
              <a:defRPr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35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7">
            <a:extLst>
              <a:ext uri="{FF2B5EF4-FFF2-40B4-BE49-F238E27FC236}">
                <a16:creationId xmlns:a16="http://schemas.microsoft.com/office/drawing/2014/main" id="{70BE8D65-8128-7799-048A-E4BFE2CC2FD0}"/>
              </a:ext>
            </a:extLst>
          </p:cNvPr>
          <p:cNvGrpSpPr/>
          <p:nvPr userDrawn="1"/>
        </p:nvGrpSpPr>
        <p:grpSpPr>
          <a:xfrm>
            <a:off x="3200400" y="3137676"/>
            <a:ext cx="11674923" cy="5892024"/>
            <a:chOff x="0" y="0"/>
            <a:chExt cx="3259624" cy="1353377"/>
          </a:xfrm>
        </p:grpSpPr>
        <p:sp>
          <p:nvSpPr>
            <p:cNvPr id="4" name="Freeform 8">
              <a:extLst>
                <a:ext uri="{FF2B5EF4-FFF2-40B4-BE49-F238E27FC236}">
                  <a16:creationId xmlns:a16="http://schemas.microsoft.com/office/drawing/2014/main" id="{4FC01438-9411-3740-4969-F25A080CD71B}"/>
                </a:ext>
              </a:extLst>
            </p:cNvPr>
            <p:cNvSpPr/>
            <p:nvPr/>
          </p:nvSpPr>
          <p:spPr>
            <a:xfrm>
              <a:off x="0" y="0"/>
              <a:ext cx="3259624" cy="1353377"/>
            </a:xfrm>
            <a:custGeom>
              <a:avLst/>
              <a:gdLst/>
              <a:ahLst/>
              <a:cxnLst/>
              <a:rect l="l" t="t" r="r" b="b"/>
              <a:pathLst>
                <a:path w="3259624" h="1353377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1321475"/>
                  </a:lnTo>
                  <a:cubicBezTo>
                    <a:pt x="3259624" y="1329936"/>
                    <a:pt x="3256263" y="1338051"/>
                    <a:pt x="3250280" y="1344033"/>
                  </a:cubicBezTo>
                  <a:cubicBezTo>
                    <a:pt x="3244297" y="1350016"/>
                    <a:pt x="3236183" y="1353377"/>
                    <a:pt x="3227722" y="1353377"/>
                  </a:cubicBezTo>
                  <a:lnTo>
                    <a:pt x="31903" y="1353377"/>
                  </a:lnTo>
                  <a:cubicBezTo>
                    <a:pt x="23441" y="1353377"/>
                    <a:pt x="15327" y="1350016"/>
                    <a:pt x="9344" y="1344033"/>
                  </a:cubicBezTo>
                  <a:cubicBezTo>
                    <a:pt x="3361" y="1338051"/>
                    <a:pt x="0" y="1329936"/>
                    <a:pt x="0" y="1321475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  <p:txBody>
            <a:bodyPr numCol="1"/>
            <a:lstStyle/>
            <a:p>
              <a:endParaRPr lang="en-US"/>
            </a:p>
          </p:txBody>
        </p:sp>
        <p:sp>
          <p:nvSpPr>
            <p:cNvPr id="5" name="TextBox 9">
              <a:extLst>
                <a:ext uri="{FF2B5EF4-FFF2-40B4-BE49-F238E27FC236}">
                  <a16:creationId xmlns:a16="http://schemas.microsoft.com/office/drawing/2014/main" id="{702D09D2-A86F-48CD-DFF4-C82BD054BFB4}"/>
                </a:ext>
              </a:extLst>
            </p:cNvPr>
            <p:cNvSpPr txBox="1"/>
            <p:nvPr/>
          </p:nvSpPr>
          <p:spPr>
            <a:xfrm>
              <a:off x="0" y="-38100"/>
              <a:ext cx="3259624" cy="1391477"/>
            </a:xfrm>
            <a:prstGeom prst="rect">
              <a:avLst/>
            </a:prstGeom>
          </p:spPr>
          <p:txBody>
            <a:bodyPr lIns="50800" tIns="50800" rIns="50800" bIns="50800" numCol="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3CAC1E-B346-5180-0F17-46243A834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593" y="1562100"/>
            <a:ext cx="8537214" cy="1143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B8B0559B-3FC6-B74B-075A-947C79BED1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18323" y="3242967"/>
            <a:ext cx="11557000" cy="5753130"/>
          </a:xfrm>
        </p:spPr>
        <p:txBody>
          <a:bodyPr numCol="1">
            <a:noAutofit/>
          </a:bodyPr>
          <a:lstStyle>
            <a:lvl1pPr>
              <a:lnSpc>
                <a:spcPct val="150000"/>
              </a:lnSpc>
              <a:buFont typeface="Wingdings" pitchFamily="2" charset="2"/>
              <a:buChar char="Ø"/>
              <a:defRPr lang="en-US" sz="2400" dirty="0"/>
            </a:lvl1pPr>
            <a:lvl2pPr algn="l">
              <a:buFont typeface="Wingdings" pitchFamily="2" charset="2"/>
              <a:buChar char="q"/>
              <a:defRPr sz="2400"/>
            </a:lvl2pPr>
            <a:lvl3pPr>
              <a:defRPr sz="3600"/>
            </a:lvl3pPr>
            <a:lvl4pPr>
              <a:defRPr sz="3600"/>
            </a:lvl4pPr>
            <a:lvl8pPr>
              <a:defRPr sz="3600"/>
            </a:lvl8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925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7">
            <a:extLst>
              <a:ext uri="{FF2B5EF4-FFF2-40B4-BE49-F238E27FC236}">
                <a16:creationId xmlns:a16="http://schemas.microsoft.com/office/drawing/2014/main" id="{DD1D0A8C-7770-603F-E679-107EDE4318C8}"/>
              </a:ext>
            </a:extLst>
          </p:cNvPr>
          <p:cNvGrpSpPr/>
          <p:nvPr userDrawn="1"/>
        </p:nvGrpSpPr>
        <p:grpSpPr>
          <a:xfrm>
            <a:off x="2133600" y="3009900"/>
            <a:ext cx="11734800" cy="7086599"/>
            <a:chOff x="0" y="0"/>
            <a:chExt cx="3259624" cy="1353377"/>
          </a:xfrm>
        </p:grpSpPr>
        <p:sp>
          <p:nvSpPr>
            <p:cNvPr id="4" name="Freeform 8">
              <a:extLst>
                <a:ext uri="{FF2B5EF4-FFF2-40B4-BE49-F238E27FC236}">
                  <a16:creationId xmlns:a16="http://schemas.microsoft.com/office/drawing/2014/main" id="{97EC65C8-C916-AE38-F392-8EB7E7270699}"/>
                </a:ext>
              </a:extLst>
            </p:cNvPr>
            <p:cNvSpPr/>
            <p:nvPr/>
          </p:nvSpPr>
          <p:spPr>
            <a:xfrm>
              <a:off x="0" y="0"/>
              <a:ext cx="3259624" cy="1353377"/>
            </a:xfrm>
            <a:custGeom>
              <a:avLst/>
              <a:gdLst/>
              <a:ahLst/>
              <a:cxnLst/>
              <a:rect l="l" t="t" r="r" b="b"/>
              <a:pathLst>
                <a:path w="3259624" h="1353377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1321475"/>
                  </a:lnTo>
                  <a:cubicBezTo>
                    <a:pt x="3259624" y="1329936"/>
                    <a:pt x="3256263" y="1338051"/>
                    <a:pt x="3250280" y="1344033"/>
                  </a:cubicBezTo>
                  <a:cubicBezTo>
                    <a:pt x="3244297" y="1350016"/>
                    <a:pt x="3236183" y="1353377"/>
                    <a:pt x="3227722" y="1353377"/>
                  </a:cubicBezTo>
                  <a:lnTo>
                    <a:pt x="31903" y="1353377"/>
                  </a:lnTo>
                  <a:cubicBezTo>
                    <a:pt x="23441" y="1353377"/>
                    <a:pt x="15327" y="1350016"/>
                    <a:pt x="9344" y="1344033"/>
                  </a:cubicBezTo>
                  <a:cubicBezTo>
                    <a:pt x="3361" y="1338051"/>
                    <a:pt x="0" y="1329936"/>
                    <a:pt x="0" y="1321475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9">
              <a:extLst>
                <a:ext uri="{FF2B5EF4-FFF2-40B4-BE49-F238E27FC236}">
                  <a16:creationId xmlns:a16="http://schemas.microsoft.com/office/drawing/2014/main" id="{74EE65D0-F940-2687-6499-01CFCC960D0D}"/>
                </a:ext>
              </a:extLst>
            </p:cNvPr>
            <p:cNvSpPr txBox="1"/>
            <p:nvPr/>
          </p:nvSpPr>
          <p:spPr>
            <a:xfrm>
              <a:off x="0" y="-38100"/>
              <a:ext cx="3259624" cy="139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3CAC1E-B346-5180-0F17-46243A834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356651"/>
            <a:ext cx="8537214" cy="1143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B8B0559B-3FC6-B74B-075A-947C79BED1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24100" y="3132403"/>
            <a:ext cx="11353800" cy="6583098"/>
          </a:xfrm>
        </p:spPr>
        <p:txBody>
          <a:bodyPr numCol="2" anchor="t">
            <a:noAutofit/>
          </a:bodyPr>
          <a:lstStyle>
            <a:lvl1pPr>
              <a:lnSpc>
                <a:spcPct val="100000"/>
              </a:lnSpc>
              <a:buFont typeface="Wingdings" pitchFamily="2" charset="2"/>
              <a:buChar char="Ø"/>
              <a:defRPr lang="en-US" sz="2600" b="1" dirty="0"/>
            </a:lvl1pPr>
            <a:lvl2pPr algn="l">
              <a:buFont typeface="Wingdings" pitchFamily="2" charset="2"/>
              <a:buChar char="q"/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  <a:lvl6pPr>
              <a:buFont typeface="Wingdings" pitchFamily="2" charset="2"/>
              <a:buChar char="q"/>
              <a:defRPr sz="4000"/>
            </a:lvl6pPr>
            <a:lvl7pPr>
              <a:buFont typeface="Wingdings" pitchFamily="2" charset="2"/>
              <a:buChar char="q"/>
              <a:defRPr sz="4000"/>
            </a:lvl7pPr>
            <a:lvl8pPr>
              <a:defRPr sz="4000"/>
            </a:lvl8pPr>
            <a:lvl9pPr>
              <a:buFont typeface="Wingdings" pitchFamily="2" charset="2"/>
              <a:buChar char="q"/>
              <a:defRPr sz="4000"/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276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5200" y="3619500"/>
            <a:ext cx="10058400" cy="3505200"/>
          </a:xfrm>
        </p:spPr>
        <p:txBody>
          <a:bodyPr/>
          <a:lstStyle>
            <a:lvl1pPr>
              <a:defRPr sz="9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809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4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sv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Relationship Id="rId14" Type="http://schemas.openxmlformats.org/officeDocument/2006/relationships/image" Target="../media/image6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BF1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EB9491F7-3953-00F8-D587-61DF74A7B1E0}"/>
              </a:ext>
            </a:extLst>
          </p:cNvPr>
          <p:cNvSpPr/>
          <p:nvPr userDrawn="1"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0"/>
                </a:move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9F265435-B7EA-169B-C909-8747D69322E5}"/>
              </a:ext>
            </a:extLst>
          </p:cNvPr>
          <p:cNvSpPr/>
          <p:nvPr userDrawn="1"/>
        </p:nvSpPr>
        <p:spPr>
          <a:xfrm flipV="1">
            <a:off x="519025" y="396902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4">
            <a:extLst>
              <a:ext uri="{FF2B5EF4-FFF2-40B4-BE49-F238E27FC236}">
                <a16:creationId xmlns:a16="http://schemas.microsoft.com/office/drawing/2014/main" id="{9771DAFC-0D04-B02A-35DB-F7F1AF032601}"/>
              </a:ext>
            </a:extLst>
          </p:cNvPr>
          <p:cNvSpPr/>
          <p:nvPr userDrawn="1"/>
        </p:nvSpPr>
        <p:spPr>
          <a:xfrm flipH="1">
            <a:off x="15486600" y="7366014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9DBAEB86-61FA-4536-91DE-57C091D391AA}"/>
              </a:ext>
            </a:extLst>
          </p:cNvPr>
          <p:cNvSpPr/>
          <p:nvPr userDrawn="1"/>
        </p:nvSpPr>
        <p:spPr>
          <a:xfrm>
            <a:off x="15486600" y="39690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24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CA20BE0-07F3-B12F-6667-169065810B00}"/>
              </a:ext>
            </a:extLst>
          </p:cNvPr>
          <p:cNvSpPr/>
          <p:nvPr userDrawn="1"/>
        </p:nvSpPr>
        <p:spPr>
          <a:xfrm>
            <a:off x="57095" y="7366014"/>
            <a:ext cx="2693378" cy="2693378"/>
          </a:xfrm>
          <a:custGeom>
            <a:avLst/>
            <a:gdLst/>
            <a:ahLst/>
            <a:cxnLst/>
            <a:rect l="l" t="t" r="r" b="b"/>
            <a:pathLst>
              <a:path w="2693378" h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24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8686800" cy="12271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528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b="1" i="0" kern="1200" baseline="0">
          <a:solidFill>
            <a:schemeClr val="tx1"/>
          </a:solidFill>
          <a:latin typeface="Broadway" pitchFamily="82" charset="77"/>
          <a:ea typeface="+mj-ea"/>
          <a:cs typeface="+mj-cs"/>
        </a:defRPr>
      </a:lvl1pPr>
    </p:titleStyle>
    <p:bodyStyle>
      <a:lvl1pPr marL="571500" indent="-571500" algn="l" defTabSz="914400" rtl="0" eaLnBrk="1" latinLnBrk="0" hangingPunct="1">
        <a:spcBef>
          <a:spcPct val="20000"/>
        </a:spcBef>
        <a:buFont typeface="Wingdings" pitchFamily="2" charset="2"/>
        <a:buChar char="Ø"/>
        <a:defRPr lang="en-US" sz="2800" kern="1200" baseline="0" dirty="0">
          <a:solidFill>
            <a:schemeClr val="tx1"/>
          </a:solidFill>
          <a:latin typeface="Engravers MT" panose="02090707080505020304" pitchFamily="18" charset="77"/>
          <a:ea typeface="+mn-ea"/>
          <a:cs typeface="Big Caslon Medium" panose="02000603090000020003" pitchFamily="2" charset="-79"/>
        </a:defRPr>
      </a:lvl1pPr>
      <a:lvl2pPr marL="457200" indent="0" algn="ctr" defTabSz="914400" rtl="0" eaLnBrk="1" latinLnBrk="0" hangingPunct="1">
        <a:spcBef>
          <a:spcPct val="20000"/>
        </a:spcBef>
        <a:buFontTx/>
        <a:buNone/>
        <a:defRPr sz="3600" kern="1200">
          <a:solidFill>
            <a:schemeClr val="tx1"/>
          </a:solidFill>
          <a:latin typeface="Segoe Print" panose="02000800000000000000" pitchFamily="2" charset="0"/>
          <a:ea typeface="+mn-ea"/>
          <a:cs typeface="+mn-cs"/>
        </a:defRPr>
      </a:lvl2pPr>
      <a:lvl3pPr marL="914400" indent="0" algn="ctr" defTabSz="914400" rtl="0" eaLnBrk="1" latinLnBrk="0" hangingPunct="1">
        <a:spcBef>
          <a:spcPct val="20000"/>
        </a:spcBef>
        <a:buFontTx/>
        <a:buNone/>
        <a:defRPr sz="3600" b="0" i="1" kern="1200" baseline="0">
          <a:solidFill>
            <a:schemeClr val="tx1"/>
          </a:solidFill>
          <a:latin typeface="Segoe Print" panose="02000800000000000000" pitchFamily="2" charset="0"/>
          <a:ea typeface="+mn-ea"/>
          <a:cs typeface="+mn-cs"/>
        </a:defRPr>
      </a:lvl3pPr>
      <a:lvl4pPr marL="1371600" indent="0" algn="ctr" defTabSz="914400" rtl="0" eaLnBrk="1" latinLnBrk="0" hangingPunct="1">
        <a:spcBef>
          <a:spcPct val="20000"/>
        </a:spcBef>
        <a:buFontTx/>
        <a:buNone/>
        <a:defRPr sz="3600" kern="1200">
          <a:solidFill>
            <a:schemeClr val="tx1"/>
          </a:solidFill>
          <a:latin typeface="Segoe Print" panose="02000800000000000000" pitchFamily="2" charset="0"/>
          <a:ea typeface="+mn-ea"/>
          <a:cs typeface="+mn-cs"/>
        </a:defRPr>
      </a:lvl4pPr>
      <a:lvl5pPr marL="1828800" indent="0" algn="ctr" defTabSz="914400" rtl="0" eaLnBrk="1" latinLnBrk="0" hangingPunct="1">
        <a:spcBef>
          <a:spcPct val="20000"/>
        </a:spcBef>
        <a:buFontTx/>
        <a:buNone/>
        <a:defRPr sz="3600" kern="1200">
          <a:solidFill>
            <a:schemeClr val="tx1"/>
          </a:solidFill>
          <a:latin typeface="Segoe Print" panose="020008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Segoe Print" panose="02000800000000000000" pitchFamily="2" charset="0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Segoe Print" panose="02000800000000000000" pitchFamily="2" charset="0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8" baseType="lpstr">
      <vt:lpstr>Segoe Print</vt:lpstr>
      <vt:lpstr>Arial</vt:lpstr>
      <vt:lpstr>Engravers MT</vt:lpstr>
      <vt:lpstr>Broadway</vt:lpstr>
      <vt:lpstr>Wingdings</vt:lpstr>
      <vt:lpstr>Corbel</vt:lpstr>
      <vt:lpstr>BIG CASLON MEDIUM</vt:lpstr>
      <vt:lpstr>1_Office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anjaananju71@gmail.com</cp:lastModifiedBy>
  <cp:revision>4</cp:revision>
  <dcterms:created xsi:type="dcterms:W3CDTF">2006-08-16T00:00:00Z</dcterms:created>
  <dcterms:modified xsi:type="dcterms:W3CDTF">2025-12-18T10:03:24Z</dcterms:modified>
  <dc:identifier>DAG7lG08wj0</dc:identifier>
</cp:coreProperties>
</file>