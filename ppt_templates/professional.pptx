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handoutMasterIdLst>
    <p:handoutMasterId r:id="rId2"/>
  </p:handoutMasterIdLst>
  <p:sldSz cx="18288000" cy="10287000"/>
  <p:notesSz cx="9144000" cy="6858000"/>
  <p:embeddedFontLst>
    <p:embeddedFont>
      <p:font typeface="Century Gothic" panose="020B0502020202020204" pitchFamily="34" charset="0"/>
      <p:regular r:id="rId3"/>
      <p:bold r:id="rId4"/>
      <p:italic r:id="rId5"/>
      <p:boldItalic r:id="rId6"/>
    </p:embeddedFont>
    <p:embeddedFont>
      <p:font typeface="Wingdings 3" pitchFamily="2" charset="2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1DE"/>
    <a:srgbClr val="FCF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188" autoAdjust="0"/>
    <p:restoredTop sz="94635" autoAdjust="0"/>
  </p:normalViewPr>
  <p:slideViewPr>
    <p:cSldViewPr>
      <p:cViewPr varScale="1">
        <p:scale>
          <a:sx n="83" d="100"/>
          <a:sy n="83" d="100"/>
        </p:scale>
        <p:origin x="248" y="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32" d="100"/>
          <a:sy n="132" d="100"/>
        </p:scale>
        <p:origin x="2080" y="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046AC9-FFEF-9493-BC6F-A90AEBE08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FF4D0-43D6-B685-F8C6-8C1D567788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59538-56EA-8441-B99D-09395A2F925B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4CD2D-D0FA-052E-69BE-72787D01A4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4CE7F-9A6F-2FD2-555C-F99A7B101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B0F99-50EE-D645-A58B-1B465BF3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52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rgbClr val="3B3059">
                    <a:shade val="69000"/>
                    <a:hueMod val="91000"/>
                    <a:satMod val="164000"/>
                    <a:lumMod val="74000"/>
                  </a:srgbClr>
                  <a:srgbClr val="3B3059">
                    <a:hueMod val="124000"/>
                    <a:satMod val="140000"/>
                    <a:lumMod val="142000"/>
                  </a:srgb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3149599"/>
            <a:ext cx="13238487" cy="4016472"/>
          </a:xfrm>
        </p:spPr>
        <p:txBody>
          <a:bodyPr anchor="b"/>
          <a:lstStyle>
            <a:lvl1pPr>
              <a:defRPr sz="81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8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238489" cy="5124450"/>
          </a:xfrm>
        </p:spPr>
        <p:txBody>
          <a:bodyPr/>
          <a:lstStyle>
            <a:lvl1pPr>
              <a:defRPr sz="2800"/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9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4727" y="3905251"/>
            <a:ext cx="4363569" cy="512445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0212AF2-125C-F13F-21B0-082CB5380DF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2262980" y="3905251"/>
            <a:ext cx="4363569" cy="512445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364C596-584A-56D8-A5AC-E7D0BC28C8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842738" y="3905251"/>
            <a:ext cx="4495800" cy="512445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80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569" y="1555749"/>
            <a:ext cx="5797701" cy="2603501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21806" y="1714500"/>
            <a:ext cx="5324532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622569" y="4502150"/>
            <a:ext cx="5898680" cy="429895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12/18/25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3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443594"/>
            <a:ext cx="18592800" cy="10337803"/>
            <a:chOff x="-203200" y="0"/>
            <a:chExt cx="12395200" cy="689186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11157331">
              <a:off x="240859" y="1875818"/>
              <a:ext cx="3306285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281093" y="1951207"/>
              <a:ext cx="11277600" cy="3617135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-203200" y="3545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094" y="754992"/>
            <a:ext cx="13247724" cy="1419978"/>
          </a:xfrm>
        </p:spPr>
        <p:txBody>
          <a:bodyPr/>
          <a:lstStyle>
            <a:lvl1pPr>
              <a:defRPr sz="6000"/>
            </a:lvl1pPr>
          </a:lstStyle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9102" y="3414841"/>
            <a:ext cx="13897616" cy="4336513"/>
          </a:xfrm>
        </p:spPr>
        <p:txBody>
          <a:bodyPr anchor="ctr">
            <a:normAutofit/>
          </a:bodyPr>
          <a:lstStyle>
            <a:lvl1pPr marL="0" indent="0">
              <a:buFont typeface="Wingdings" pitchFamily="2" charset="2"/>
              <a:buChar char="Ø"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AB5719-D04E-E7F5-A1CA-DCA08120D69B}"/>
              </a:ext>
            </a:extLst>
          </p:cNvPr>
          <p:cNvSpPr/>
          <p:nvPr userDrawn="1"/>
        </p:nvSpPr>
        <p:spPr bwMode="gray">
          <a:xfrm>
            <a:off x="12683412" y="7659745"/>
            <a:ext cx="4959428" cy="661386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8441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431368" cy="5200650"/>
          </a:xfrm>
        </p:spPr>
        <p:txBody>
          <a:bodyPr numCol="3"/>
          <a:lstStyle>
            <a:lvl1pPr>
              <a:lnSpc>
                <a:spcPct val="100000"/>
              </a:lnSpc>
              <a:defRPr sz="2800" b="1"/>
            </a:lvl1pPr>
            <a:lvl2pPr>
              <a:defRPr sz="3800"/>
            </a:lvl2pPr>
            <a:lvl3pPr>
              <a:defRPr sz="3800"/>
            </a:lvl3pPr>
            <a:lvl4pPr>
              <a:defRPr sz="3800"/>
            </a:lvl4pPr>
            <a:lvl5pPr>
              <a:defRPr sz="36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/>
          <a:lstStyle/>
          <a:p>
            <a:fld id="{87DE6118-2437-4B30-8E3C-4D2BE6020583}" type="datetimeFigureOut">
              <a:rPr lang="en-US" smtClean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1666" y="9587758"/>
            <a:ext cx="5789693" cy="45720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1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723900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rgbClr val="3B3059">
                    <a:shade val="69000"/>
                    <a:hueMod val="91000"/>
                    <a:satMod val="164000"/>
                    <a:lumMod val="74000"/>
                  </a:srgbClr>
                  <a:srgbClr val="3B3059">
                    <a:hueMod val="124000"/>
                    <a:satMod val="140000"/>
                    <a:lumMod val="142000"/>
                  </a:srgb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3859164"/>
            <a:ext cx="13238487" cy="4016472"/>
          </a:xfrm>
        </p:spPr>
        <p:txBody>
          <a:bodyPr anchor="b"/>
          <a:lstStyle>
            <a:lvl1pPr>
              <a:defRPr sz="9600" b="1"/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27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732432" y="1460502"/>
            <a:ext cx="13142120" cy="1060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13142120" cy="512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bg1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8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  <p:sldLayoutId id="2147483692" r:id="rId4"/>
    <p:sldLayoutId id="2147483694" r:id="rId5"/>
    <p:sldLayoutId id="2147483695" r:id="rId6"/>
    <p:sldLayoutId id="2147483696" r:id="rId7"/>
  </p:sldLayoutIdLst>
  <p:txStyles>
    <p:titleStyle>
      <a:lvl1pPr algn="l" defTabSz="685800" rtl="0" eaLnBrk="1" latinLnBrk="0" hangingPunct="1">
        <a:spcBef>
          <a:spcPct val="0"/>
        </a:spcBef>
        <a:buNone/>
        <a:defRPr sz="5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584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Wingdings 3</vt:lpstr>
      <vt:lpstr>Aptos</vt:lpstr>
      <vt:lpstr>Century Gothic</vt:lpstr>
      <vt:lpstr>Wingdings</vt:lpstr>
      <vt:lpstr>Ion Boardroom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329</cp:revision>
  <dcterms:created xsi:type="dcterms:W3CDTF">2006-08-16T00:00:00Z</dcterms:created>
  <dcterms:modified xsi:type="dcterms:W3CDTF">2025-12-18T08:42:53Z</dcterms:modified>
  <dc:identifier>DAG7lG08wj0</dc:identifier>
</cp:coreProperties>
</file>