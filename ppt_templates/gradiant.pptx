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Sz cx="18288000" cy="10287000"/>
  <p:notesSz cx="6858000" cy="9144000"/>
  <p:embeddedFontLst>
    <p:embeddedFont>
      <p:font typeface="Corbel" panose="020B0503020204020204" pitchFamily="34" charset="0"/>
      <p:regular r:id="rId2"/>
      <p:bold r:id="rId3"/>
      <p:italic r:id="rId4"/>
      <p:boldItalic r:id="rId5"/>
    </p:embeddedFont>
    <p:embeddedFont>
      <p:font typeface="Felix Titling" pitchFamily="82" charset="77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 autoAdjust="0"/>
    <p:restoredTop sz="94622" autoAdjust="0"/>
  </p:normalViewPr>
  <p:slideViewPr>
    <p:cSldViewPr>
      <p:cViewPr varScale="1">
        <p:scale>
          <a:sx n="80" d="100"/>
          <a:sy n="80" d="100"/>
        </p:scale>
        <p:origin x="29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2.fntdata"/><Relationship Id="rId7" Type="http://schemas.openxmlformats.org/officeDocument/2006/relationships/presProps" Target="presProp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5.fntdata"/><Relationship Id="rId5" Type="http://schemas.openxmlformats.org/officeDocument/2006/relationships/font" Target="fonts/font4.fntdata"/><Relationship Id="rId10" Type="http://schemas.openxmlformats.org/officeDocument/2006/relationships/tableStyles" Target="tableStyles.xml"/><Relationship Id="rId4" Type="http://schemas.openxmlformats.org/officeDocument/2006/relationships/font" Target="fonts/font3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3">
            <a:extLst>
              <a:ext uri="{FF2B5EF4-FFF2-40B4-BE49-F238E27FC236}">
                <a16:creationId xmlns:a16="http://schemas.microsoft.com/office/drawing/2014/main" id="{53924DAD-F2E6-F743-C47E-B94B636A2B44}"/>
              </a:ext>
            </a:extLst>
          </p:cNvPr>
          <p:cNvSpPr/>
          <p:nvPr userDrawn="1"/>
        </p:nvSpPr>
        <p:spPr>
          <a:xfrm rot="1625605" flipH="1">
            <a:off x="-3445476" y="5657421"/>
            <a:ext cx="15002882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394B0CAE-BA28-65AB-8F64-BF2280A81DE7}"/>
              </a:ext>
            </a:extLst>
          </p:cNvPr>
          <p:cNvSpPr/>
          <p:nvPr userDrawn="1"/>
        </p:nvSpPr>
        <p:spPr>
          <a:xfrm rot="-9013900" flipH="1">
            <a:off x="13254756" y="-1582962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1602671"/>
            <a:ext cx="8702568" cy="2821085"/>
          </a:xfrm>
        </p:spPr>
        <p:txBody>
          <a:bodyPr/>
          <a:lstStyle>
            <a:lvl1pPr>
              <a:defRPr sz="96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9096" y="5039654"/>
            <a:ext cx="8354703" cy="3644672"/>
          </a:xfrm>
        </p:spPr>
        <p:txBody>
          <a:bodyPr numCol="1"/>
          <a:lstStyle>
            <a:lvl1pPr marL="0" indent="0" algn="ctr" rtl="0">
              <a:buNone/>
              <a:defRPr sz="2800" baseline="0">
                <a:solidFill>
                  <a:schemeClr val="bg1"/>
                </a:solidFill>
                <a:latin typeface="Felix Titling" pitchFamily="8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4B063E5E-05F8-E0F6-E1C7-A9F6E7C55F21}"/>
              </a:ext>
            </a:extLst>
          </p:cNvPr>
          <p:cNvSpPr/>
          <p:nvPr userDrawn="1"/>
        </p:nvSpPr>
        <p:spPr>
          <a:xfrm>
            <a:off x="2209800" y="4629055"/>
            <a:ext cx="1276422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48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385DA819-6575-60CD-E568-AA8A5AB735C4}"/>
              </a:ext>
            </a:extLst>
          </p:cNvPr>
          <p:cNvSpPr/>
          <p:nvPr userDrawn="1"/>
        </p:nvSpPr>
        <p:spPr>
          <a:xfrm rot="1625605" flipH="1">
            <a:off x="-4873348" y="-3317581"/>
            <a:ext cx="19267483" cy="1335759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3086100"/>
            <a:ext cx="5410200" cy="281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5770" y="1417638"/>
            <a:ext cx="8436430" cy="7688262"/>
          </a:xfrm>
        </p:spPr>
        <p:txBody>
          <a:bodyPr numCol="1" anchor="ctr"/>
          <a:lstStyle>
            <a:lvl1pPr algn="l" fontAlgn="ctr" hangingPunct="1">
              <a:buFont typeface="Courier New" panose="02070309020205020404" pitchFamily="49" charset="0"/>
              <a:buChar char="o"/>
              <a:defRPr lang="en-US" sz="2800" dirty="0" smtClean="0">
                <a:latin typeface="Felix Titling" pitchFamily="82" charset="77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D95002-4AB7-AC1C-4300-52A29EA5971A}"/>
              </a:ext>
            </a:extLst>
          </p:cNvPr>
          <p:cNvSpPr/>
          <p:nvPr userDrawn="1"/>
        </p:nvSpPr>
        <p:spPr>
          <a:xfrm>
            <a:off x="2133600" y="2933700"/>
            <a:ext cx="5562600" cy="3048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1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5FF5CDDA-7B5A-E28A-1EB5-18BE77B557C6}"/>
              </a:ext>
            </a:extLst>
          </p:cNvPr>
          <p:cNvSpPr/>
          <p:nvPr userDrawn="1"/>
        </p:nvSpPr>
        <p:spPr>
          <a:xfrm rot="1625605" flipH="1">
            <a:off x="1399706" y="1566935"/>
            <a:ext cx="15002882" cy="9405241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107996" y="219013"/>
            <a:ext cx="4038600" cy="4924487"/>
          </a:xfrm>
        </p:spPr>
        <p:txBody>
          <a:bodyPr/>
          <a:lstStyle>
            <a:lvl1pPr algn="l">
              <a:buFont typeface="Courier New" panose="02070309020205020404" pitchFamily="49" charset="0"/>
              <a:buChar char="o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199" y="5829300"/>
            <a:ext cx="5367407" cy="3581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0" y="5110655"/>
            <a:ext cx="4038600" cy="4882282"/>
          </a:xfrm>
        </p:spPr>
        <p:txBody>
          <a:bodyPr/>
          <a:lstStyle>
            <a:lvl1pPr algn="l">
              <a:buFont typeface="Courier New" panose="02070309020205020404" pitchFamily="49" charset="0"/>
              <a:buChar char="o"/>
              <a:defRPr sz="2000"/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75433" y="4758825"/>
            <a:ext cx="4038600" cy="4882282"/>
          </a:xfrm>
        </p:spPr>
        <p:txBody>
          <a:bodyPr/>
          <a:lstStyle>
            <a:lvl1pPr algn="l">
              <a:buFont typeface="Courier New" panose="02070309020205020404" pitchFamily="49" charset="0"/>
              <a:buChar char="o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308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D0B25CE2-9955-B37E-8070-DF5A0D2250ED}"/>
              </a:ext>
            </a:extLst>
          </p:cNvPr>
          <p:cNvSpPr/>
          <p:nvPr userDrawn="1"/>
        </p:nvSpPr>
        <p:spPr>
          <a:xfrm rot="1625605" flipH="1">
            <a:off x="-4392236" y="-1608990"/>
            <a:ext cx="17471275" cy="15037534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024337" y="1080375"/>
            <a:ext cx="6319834" cy="78731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962" y="1080374"/>
            <a:ext cx="6824037" cy="16808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64798" y="3086100"/>
            <a:ext cx="7976620" cy="5638800"/>
          </a:xfrm>
        </p:spPr>
        <p:txBody>
          <a:bodyPr/>
          <a:lstStyle>
            <a:lvl1pPr algn="l">
              <a:lnSpc>
                <a:spcPct val="100000"/>
              </a:lnSpc>
              <a:buFont typeface="Courier New" panose="02070309020205020404" pitchFamily="49" charset="0"/>
              <a:buChar char="o"/>
              <a:defRPr sz="2400" baseline="0">
                <a:latin typeface="Felix Titling" pitchFamily="82" charset="77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57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B6BA7A7-7B5A-0945-EB60-341B3A0EE687}"/>
              </a:ext>
            </a:extLst>
          </p:cNvPr>
          <p:cNvSpPr/>
          <p:nvPr userDrawn="1"/>
        </p:nvSpPr>
        <p:spPr>
          <a:xfrm flipH="1">
            <a:off x="-5584060" y="1866900"/>
            <a:ext cx="23872060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82481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00400" y="2758880"/>
            <a:ext cx="14478000" cy="7070757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Font typeface="Courier New" panose="02070309020205020404" pitchFamily="49" charset="0"/>
              <a:buChar char="o"/>
              <a:defRPr lang="en-US" sz="2800" dirty="0">
                <a:latin typeface="Felix Titling" pitchFamily="82" charset="77"/>
              </a:defRPr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  <p:sp>
        <p:nvSpPr>
          <p:cNvPr id="4" name="AutoShape 10">
            <a:extLst>
              <a:ext uri="{FF2B5EF4-FFF2-40B4-BE49-F238E27FC236}">
                <a16:creationId xmlns:a16="http://schemas.microsoft.com/office/drawing/2014/main" id="{276E52FB-FBE7-1239-6570-C314BB99551A}"/>
              </a:ext>
            </a:extLst>
          </p:cNvPr>
          <p:cNvSpPr/>
          <p:nvPr userDrawn="1"/>
        </p:nvSpPr>
        <p:spPr>
          <a:xfrm>
            <a:off x="1066800" y="2400300"/>
            <a:ext cx="1276422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8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282DD6D-FCA7-2F6A-F5A8-346B9628ED76}"/>
              </a:ext>
            </a:extLst>
          </p:cNvPr>
          <p:cNvSpPr/>
          <p:nvPr userDrawn="1"/>
        </p:nvSpPr>
        <p:spPr>
          <a:xfrm rot="1625605" flipH="1">
            <a:off x="-3480205" y="5067790"/>
            <a:ext cx="15002882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82" y="723991"/>
            <a:ext cx="4660835" cy="34496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5666" y="723991"/>
            <a:ext cx="11687562" cy="8839017"/>
          </a:xfrm>
        </p:spPr>
        <p:txBody>
          <a:bodyPr numCol="2" anchor="t">
            <a:noAutofit/>
          </a:bodyPr>
          <a:lstStyle>
            <a:lvl1pPr>
              <a:lnSpc>
                <a:spcPct val="150000"/>
              </a:lnSpc>
              <a:buFont typeface="Courier New" panose="02070309020205020404" pitchFamily="49" charset="0"/>
              <a:buChar char="o"/>
              <a:defRPr lang="en-US" sz="2800" b="1" dirty="0">
                <a:latin typeface="Felix Titling" pitchFamily="82" charset="77"/>
              </a:defRPr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D865A27-A0D0-FECE-AFAF-1D8B22BBA065}"/>
              </a:ext>
            </a:extLst>
          </p:cNvPr>
          <p:cNvSpPr/>
          <p:nvPr userDrawn="1"/>
        </p:nvSpPr>
        <p:spPr>
          <a:xfrm rot="13117756" flipH="1">
            <a:off x="7393809" y="-2377047"/>
            <a:ext cx="15002882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7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CC19FF4-5E6C-9B9E-97B8-7AB0F69CC6EB}"/>
              </a:ext>
            </a:extLst>
          </p:cNvPr>
          <p:cNvSpPr/>
          <p:nvPr userDrawn="1"/>
        </p:nvSpPr>
        <p:spPr>
          <a:xfrm rot="1625605" flipH="1">
            <a:off x="1290931" y="1477581"/>
            <a:ext cx="13660693" cy="96295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2588559"/>
            <a:ext cx="8896950" cy="5029200"/>
          </a:xfrm>
        </p:spPr>
        <p:txBody>
          <a:bodyPr/>
          <a:lstStyle>
            <a:lvl1pPr>
              <a:defRPr sz="9600"/>
            </a:lvl1pPr>
          </a:lstStyle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0D8A80-9034-7988-37F6-DE0B95701531}"/>
              </a:ext>
            </a:extLst>
          </p:cNvPr>
          <p:cNvSpPr/>
          <p:nvPr userDrawn="1"/>
        </p:nvSpPr>
        <p:spPr>
          <a:xfrm>
            <a:off x="4970704" y="2599765"/>
            <a:ext cx="8896950" cy="5029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60C6E675-4B97-236A-7F30-51C845EFB4E3}"/>
              </a:ext>
            </a:extLst>
          </p:cNvPr>
          <p:cNvSpPr/>
          <p:nvPr userDrawn="1"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9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1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i="0" kern="1200" baseline="0">
          <a:solidFill>
            <a:schemeClr val="bg1"/>
          </a:solidFill>
          <a:latin typeface="Felix Titling" panose="04060505060202020A04" pitchFamily="82" charset="77"/>
          <a:ea typeface="+mj-ea"/>
          <a:cs typeface="+mj-cs"/>
        </a:defRPr>
      </a:lvl1pPr>
    </p:titleStyle>
    <p:bodyStyle>
      <a:lvl1pPr marL="742950" indent="-742950" algn="l" defTabSz="914400" rtl="0" eaLnBrk="1" latinLnBrk="0" hangingPunct="1">
        <a:spcBef>
          <a:spcPct val="20000"/>
        </a:spcBef>
        <a:buClr>
          <a:schemeClr val="bg1"/>
        </a:buClr>
        <a:buFont typeface="Courier New" panose="02070309020205020404" pitchFamily="49" charset="0"/>
        <a:buChar char="o"/>
        <a:defRPr lang="en-US" sz="3600" kern="1200" baseline="0" dirty="0">
          <a:solidFill>
            <a:schemeClr val="bg1"/>
          </a:solidFill>
          <a:latin typeface="Felix Titling" pitchFamily="82" charset="77"/>
          <a:ea typeface="+mn-ea"/>
          <a:cs typeface="+mn-cs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Courier New</vt:lpstr>
      <vt:lpstr>Segoe Print</vt:lpstr>
      <vt:lpstr>Arial</vt:lpstr>
      <vt:lpstr>Felix Titling</vt:lpstr>
      <vt:lpstr>Wingdings</vt:lpstr>
      <vt:lpstr>Corbel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4</cp:revision>
  <dcterms:created xsi:type="dcterms:W3CDTF">2006-08-16T00:00:00Z</dcterms:created>
  <dcterms:modified xsi:type="dcterms:W3CDTF">2025-12-18T11:57:47Z</dcterms:modified>
  <dc:identifier>DAG7lG08wj0</dc:identifier>
</cp:coreProperties>
</file>