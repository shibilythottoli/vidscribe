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3" r:id="rId1"/>
  </p:sldMasterIdLst>
  <p:handoutMasterIdLst>
    <p:handoutMasterId r:id="rId2"/>
  </p:handoutMasterIdLst>
  <p:sldSz cx="18288000" cy="10287000"/>
  <p:notesSz cx="9144000" cy="6858000"/>
  <p:embeddedFontLst>
    <p:embeddedFont>
      <p:font typeface="Century Gothic" panose="020B0502020202020204" pitchFamily="34" charset="0"/>
      <p:regular r:id="rId3"/>
      <p:bold r:id="rId4"/>
      <p:italic r:id="rId5"/>
      <p:boldItalic r:id="rId6"/>
    </p:embeddedFont>
    <p:embeddedFont>
      <p:font typeface="Wingdings 3" pitchFamily="2" charset="2"/>
      <p:regular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1DE"/>
    <a:srgbClr val="FCF2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5016" autoAdjust="0"/>
    <p:restoredTop sz="94606" autoAdjust="0"/>
  </p:normalViewPr>
  <p:slideViewPr>
    <p:cSldViewPr>
      <p:cViewPr varScale="1">
        <p:scale>
          <a:sx n="55" d="100"/>
          <a:sy n="55" d="100"/>
        </p:scale>
        <p:origin x="256" y="10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32" d="100"/>
          <a:sy n="132" d="100"/>
        </p:scale>
        <p:origin x="2080" y="1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046AC9-FFEF-9493-BC6F-A90AEBE08B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6FF4D0-43D6-B685-F8C6-8C1D567788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59538-56EA-8441-B99D-09395A2F925B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4CD2D-D0FA-052E-69BE-72787D01A4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4CE7F-9A6F-2FD2-555C-F99A7B101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7B0F99-50EE-D645-A58B-1B465BF3F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552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1"/>
            <a:ext cx="18288000" cy="10287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rgbClr val="3B3059">
                    <a:shade val="69000"/>
                    <a:hueMod val="91000"/>
                    <a:satMod val="164000"/>
                    <a:lumMod val="74000"/>
                  </a:srgbClr>
                  <a:srgbClr val="3B3059">
                    <a:hueMod val="124000"/>
                    <a:satMod val="140000"/>
                    <a:lumMod val="142000"/>
                  </a:srgb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433" y="3149599"/>
            <a:ext cx="13238487" cy="4016472"/>
          </a:xfrm>
        </p:spPr>
        <p:txBody>
          <a:bodyPr anchor="b"/>
          <a:lstStyle>
            <a:lvl1pPr>
              <a:defRPr sz="8100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732433" y="7166070"/>
            <a:ext cx="13238487" cy="129213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528811" y="443594"/>
            <a:ext cx="1257299" cy="1151531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88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2432" y="3905250"/>
            <a:ext cx="13238489" cy="5124450"/>
          </a:xfrm>
        </p:spPr>
        <p:txBody>
          <a:bodyPr/>
          <a:lstStyle>
            <a:lvl1pPr>
              <a:defRPr sz="2800"/>
            </a:lvl1pPr>
          </a:lstStyle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91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6E20D-B073-EDF2-78C8-C4196A57E4E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" y="3924300"/>
            <a:ext cx="4558279" cy="5408930"/>
          </a:xfrm>
          <a:ln w="34925" cmpd="thickThin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4558279"/>
                      <a:gd name="csY0" fmla="*/ 0 h 5408930"/>
                      <a:gd name="csX1" fmla="*/ 660950 w 4558279"/>
                      <a:gd name="csY1" fmla="*/ 0 h 5408930"/>
                      <a:gd name="csX2" fmla="*/ 1139570 w 4558279"/>
                      <a:gd name="csY2" fmla="*/ 0 h 5408930"/>
                      <a:gd name="csX3" fmla="*/ 1709355 w 4558279"/>
                      <a:gd name="csY3" fmla="*/ 0 h 5408930"/>
                      <a:gd name="csX4" fmla="*/ 2324722 w 4558279"/>
                      <a:gd name="csY4" fmla="*/ 0 h 5408930"/>
                      <a:gd name="csX5" fmla="*/ 2757759 w 4558279"/>
                      <a:gd name="csY5" fmla="*/ 0 h 5408930"/>
                      <a:gd name="csX6" fmla="*/ 3190795 w 4558279"/>
                      <a:gd name="csY6" fmla="*/ 0 h 5408930"/>
                      <a:gd name="csX7" fmla="*/ 3851746 w 4558279"/>
                      <a:gd name="csY7" fmla="*/ 0 h 5408930"/>
                      <a:gd name="csX8" fmla="*/ 4558279 w 4558279"/>
                      <a:gd name="csY8" fmla="*/ 0 h 5408930"/>
                      <a:gd name="csX9" fmla="*/ 4558279 w 4558279"/>
                      <a:gd name="csY9" fmla="*/ 378625 h 5408930"/>
                      <a:gd name="csX10" fmla="*/ 4558279 w 4558279"/>
                      <a:gd name="csY10" fmla="*/ 865429 h 5408930"/>
                      <a:gd name="csX11" fmla="*/ 4558279 w 4558279"/>
                      <a:gd name="csY11" fmla="*/ 1460411 h 5408930"/>
                      <a:gd name="csX12" fmla="*/ 4558279 w 4558279"/>
                      <a:gd name="csY12" fmla="*/ 1893126 h 5408930"/>
                      <a:gd name="csX13" fmla="*/ 4558279 w 4558279"/>
                      <a:gd name="csY13" fmla="*/ 2434019 h 5408930"/>
                      <a:gd name="csX14" fmla="*/ 4558279 w 4558279"/>
                      <a:gd name="csY14" fmla="*/ 2812644 h 5408930"/>
                      <a:gd name="csX15" fmla="*/ 4558279 w 4558279"/>
                      <a:gd name="csY15" fmla="*/ 3461715 h 5408930"/>
                      <a:gd name="csX16" fmla="*/ 4558279 w 4558279"/>
                      <a:gd name="csY16" fmla="*/ 4002608 h 5408930"/>
                      <a:gd name="csX17" fmla="*/ 4558279 w 4558279"/>
                      <a:gd name="csY17" fmla="*/ 4651680 h 5408930"/>
                      <a:gd name="csX18" fmla="*/ 4558279 w 4558279"/>
                      <a:gd name="csY18" fmla="*/ 5408930 h 5408930"/>
                      <a:gd name="csX19" fmla="*/ 4079660 w 4558279"/>
                      <a:gd name="csY19" fmla="*/ 5408930 h 5408930"/>
                      <a:gd name="csX20" fmla="*/ 3418709 w 4558279"/>
                      <a:gd name="csY20" fmla="*/ 5408930 h 5408930"/>
                      <a:gd name="csX21" fmla="*/ 2848924 w 4558279"/>
                      <a:gd name="csY21" fmla="*/ 5408930 h 5408930"/>
                      <a:gd name="csX22" fmla="*/ 2415888 w 4558279"/>
                      <a:gd name="csY22" fmla="*/ 5408930 h 5408930"/>
                      <a:gd name="csX23" fmla="*/ 1846103 w 4558279"/>
                      <a:gd name="csY23" fmla="*/ 5408930 h 5408930"/>
                      <a:gd name="csX24" fmla="*/ 1321901 w 4558279"/>
                      <a:gd name="csY24" fmla="*/ 5408930 h 5408930"/>
                      <a:gd name="csX25" fmla="*/ 797699 w 4558279"/>
                      <a:gd name="csY25" fmla="*/ 5408930 h 5408930"/>
                      <a:gd name="csX26" fmla="*/ 0 w 4558279"/>
                      <a:gd name="csY26" fmla="*/ 5408930 h 5408930"/>
                      <a:gd name="csX27" fmla="*/ 0 w 4558279"/>
                      <a:gd name="csY27" fmla="*/ 4922126 h 5408930"/>
                      <a:gd name="csX28" fmla="*/ 0 w 4558279"/>
                      <a:gd name="csY28" fmla="*/ 4327144 h 5408930"/>
                      <a:gd name="csX29" fmla="*/ 0 w 4558279"/>
                      <a:gd name="csY29" fmla="*/ 3840340 h 5408930"/>
                      <a:gd name="csX30" fmla="*/ 0 w 4558279"/>
                      <a:gd name="csY30" fmla="*/ 3461715 h 5408930"/>
                      <a:gd name="csX31" fmla="*/ 0 w 4558279"/>
                      <a:gd name="csY31" fmla="*/ 2974911 h 5408930"/>
                      <a:gd name="csX32" fmla="*/ 0 w 4558279"/>
                      <a:gd name="csY32" fmla="*/ 2379929 h 5408930"/>
                      <a:gd name="csX33" fmla="*/ 0 w 4558279"/>
                      <a:gd name="csY33" fmla="*/ 1730858 h 5408930"/>
                      <a:gd name="csX34" fmla="*/ 0 w 4558279"/>
                      <a:gd name="csY34" fmla="*/ 1352233 h 5408930"/>
                      <a:gd name="csX35" fmla="*/ 0 w 4558279"/>
                      <a:gd name="csY35" fmla="*/ 973607 h 5408930"/>
                      <a:gd name="csX36" fmla="*/ 0 w 4558279"/>
                      <a:gd name="csY36" fmla="*/ 0 h 54089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</a:cxnLst>
                    <a:rect l="l" t="t" r="r" b="b"/>
                    <a:pathLst>
                      <a:path w="4558279" h="5408930" fill="none" extrusionOk="0">
                        <a:moveTo>
                          <a:pt x="0" y="0"/>
                        </a:moveTo>
                        <a:cubicBezTo>
                          <a:pt x="262713" y="-65996"/>
                          <a:pt x="484862" y="42372"/>
                          <a:pt x="660950" y="0"/>
                        </a:cubicBezTo>
                        <a:cubicBezTo>
                          <a:pt x="837038" y="-42372"/>
                          <a:pt x="1019168" y="34080"/>
                          <a:pt x="1139570" y="0"/>
                        </a:cubicBezTo>
                        <a:cubicBezTo>
                          <a:pt x="1259972" y="-34080"/>
                          <a:pt x="1438952" y="48384"/>
                          <a:pt x="1709355" y="0"/>
                        </a:cubicBezTo>
                        <a:cubicBezTo>
                          <a:pt x="1979759" y="-48384"/>
                          <a:pt x="2138337" y="33642"/>
                          <a:pt x="2324722" y="0"/>
                        </a:cubicBezTo>
                        <a:cubicBezTo>
                          <a:pt x="2511107" y="-33642"/>
                          <a:pt x="2591809" y="40127"/>
                          <a:pt x="2757759" y="0"/>
                        </a:cubicBezTo>
                        <a:cubicBezTo>
                          <a:pt x="2923709" y="-40127"/>
                          <a:pt x="3055806" y="29915"/>
                          <a:pt x="3190795" y="0"/>
                        </a:cubicBezTo>
                        <a:cubicBezTo>
                          <a:pt x="3325784" y="-29915"/>
                          <a:pt x="3651034" y="3411"/>
                          <a:pt x="3851746" y="0"/>
                        </a:cubicBezTo>
                        <a:cubicBezTo>
                          <a:pt x="4052458" y="-3411"/>
                          <a:pt x="4242472" y="80302"/>
                          <a:pt x="4558279" y="0"/>
                        </a:cubicBezTo>
                        <a:cubicBezTo>
                          <a:pt x="4568064" y="82101"/>
                          <a:pt x="4516177" y="296624"/>
                          <a:pt x="4558279" y="378625"/>
                        </a:cubicBezTo>
                        <a:cubicBezTo>
                          <a:pt x="4600381" y="460627"/>
                          <a:pt x="4549570" y="754484"/>
                          <a:pt x="4558279" y="865429"/>
                        </a:cubicBezTo>
                        <a:cubicBezTo>
                          <a:pt x="4566988" y="976374"/>
                          <a:pt x="4524546" y="1284311"/>
                          <a:pt x="4558279" y="1460411"/>
                        </a:cubicBezTo>
                        <a:cubicBezTo>
                          <a:pt x="4592012" y="1636511"/>
                          <a:pt x="4509023" y="1709428"/>
                          <a:pt x="4558279" y="1893126"/>
                        </a:cubicBezTo>
                        <a:cubicBezTo>
                          <a:pt x="4607535" y="2076825"/>
                          <a:pt x="4544940" y="2278893"/>
                          <a:pt x="4558279" y="2434019"/>
                        </a:cubicBezTo>
                        <a:cubicBezTo>
                          <a:pt x="4571618" y="2589145"/>
                          <a:pt x="4528073" y="2717259"/>
                          <a:pt x="4558279" y="2812644"/>
                        </a:cubicBezTo>
                        <a:cubicBezTo>
                          <a:pt x="4588485" y="2908030"/>
                          <a:pt x="4553989" y="3307941"/>
                          <a:pt x="4558279" y="3461715"/>
                        </a:cubicBezTo>
                        <a:cubicBezTo>
                          <a:pt x="4562569" y="3615489"/>
                          <a:pt x="4534510" y="3847085"/>
                          <a:pt x="4558279" y="4002608"/>
                        </a:cubicBezTo>
                        <a:cubicBezTo>
                          <a:pt x="4582048" y="4158131"/>
                          <a:pt x="4547870" y="4339962"/>
                          <a:pt x="4558279" y="4651680"/>
                        </a:cubicBezTo>
                        <a:cubicBezTo>
                          <a:pt x="4568688" y="4963398"/>
                          <a:pt x="4518555" y="5207668"/>
                          <a:pt x="4558279" y="5408930"/>
                        </a:cubicBezTo>
                        <a:cubicBezTo>
                          <a:pt x="4400432" y="5423777"/>
                          <a:pt x="4262282" y="5405729"/>
                          <a:pt x="4079660" y="5408930"/>
                        </a:cubicBezTo>
                        <a:cubicBezTo>
                          <a:pt x="3897038" y="5412131"/>
                          <a:pt x="3625877" y="5389331"/>
                          <a:pt x="3418709" y="5408930"/>
                        </a:cubicBezTo>
                        <a:cubicBezTo>
                          <a:pt x="3211541" y="5428529"/>
                          <a:pt x="3065108" y="5368629"/>
                          <a:pt x="2848924" y="5408930"/>
                        </a:cubicBezTo>
                        <a:cubicBezTo>
                          <a:pt x="2632741" y="5449231"/>
                          <a:pt x="2615907" y="5398434"/>
                          <a:pt x="2415888" y="5408930"/>
                        </a:cubicBezTo>
                        <a:cubicBezTo>
                          <a:pt x="2215869" y="5419426"/>
                          <a:pt x="2047846" y="5369435"/>
                          <a:pt x="1846103" y="5408930"/>
                        </a:cubicBezTo>
                        <a:cubicBezTo>
                          <a:pt x="1644360" y="5448425"/>
                          <a:pt x="1491491" y="5357534"/>
                          <a:pt x="1321901" y="5408930"/>
                        </a:cubicBezTo>
                        <a:cubicBezTo>
                          <a:pt x="1152311" y="5460326"/>
                          <a:pt x="956339" y="5392188"/>
                          <a:pt x="797699" y="5408930"/>
                        </a:cubicBezTo>
                        <a:cubicBezTo>
                          <a:pt x="639059" y="5425672"/>
                          <a:pt x="353696" y="5391425"/>
                          <a:pt x="0" y="5408930"/>
                        </a:cubicBezTo>
                        <a:cubicBezTo>
                          <a:pt x="-4653" y="5307514"/>
                          <a:pt x="22376" y="5080870"/>
                          <a:pt x="0" y="4922126"/>
                        </a:cubicBezTo>
                        <a:cubicBezTo>
                          <a:pt x="-22376" y="4763382"/>
                          <a:pt x="4103" y="4457237"/>
                          <a:pt x="0" y="4327144"/>
                        </a:cubicBezTo>
                        <a:cubicBezTo>
                          <a:pt x="-4103" y="4197051"/>
                          <a:pt x="38389" y="4001539"/>
                          <a:pt x="0" y="3840340"/>
                        </a:cubicBezTo>
                        <a:cubicBezTo>
                          <a:pt x="-38389" y="3679141"/>
                          <a:pt x="12799" y="3544701"/>
                          <a:pt x="0" y="3461715"/>
                        </a:cubicBezTo>
                        <a:cubicBezTo>
                          <a:pt x="-12799" y="3378729"/>
                          <a:pt x="7446" y="3091876"/>
                          <a:pt x="0" y="2974911"/>
                        </a:cubicBezTo>
                        <a:cubicBezTo>
                          <a:pt x="-7446" y="2857946"/>
                          <a:pt x="48794" y="2651992"/>
                          <a:pt x="0" y="2379929"/>
                        </a:cubicBezTo>
                        <a:cubicBezTo>
                          <a:pt x="-48794" y="2107866"/>
                          <a:pt x="59753" y="1994237"/>
                          <a:pt x="0" y="1730858"/>
                        </a:cubicBezTo>
                        <a:cubicBezTo>
                          <a:pt x="-59753" y="1467479"/>
                          <a:pt x="29294" y="1442928"/>
                          <a:pt x="0" y="1352233"/>
                        </a:cubicBezTo>
                        <a:cubicBezTo>
                          <a:pt x="-29294" y="1261539"/>
                          <a:pt x="23017" y="1151907"/>
                          <a:pt x="0" y="973607"/>
                        </a:cubicBezTo>
                        <a:cubicBezTo>
                          <a:pt x="-23017" y="795307"/>
                          <a:pt x="38669" y="238826"/>
                          <a:pt x="0" y="0"/>
                        </a:cubicBezTo>
                        <a:close/>
                      </a:path>
                      <a:path w="4558279" h="5408930" stroke="0" extrusionOk="0">
                        <a:moveTo>
                          <a:pt x="0" y="0"/>
                        </a:moveTo>
                        <a:cubicBezTo>
                          <a:pt x="139951" y="-9495"/>
                          <a:pt x="386249" y="48252"/>
                          <a:pt x="524202" y="0"/>
                        </a:cubicBezTo>
                        <a:cubicBezTo>
                          <a:pt x="662155" y="-48252"/>
                          <a:pt x="829944" y="5706"/>
                          <a:pt x="957239" y="0"/>
                        </a:cubicBezTo>
                        <a:cubicBezTo>
                          <a:pt x="1084534" y="-5706"/>
                          <a:pt x="1433480" y="3965"/>
                          <a:pt x="1618189" y="0"/>
                        </a:cubicBezTo>
                        <a:cubicBezTo>
                          <a:pt x="1802898" y="-3965"/>
                          <a:pt x="1922145" y="58996"/>
                          <a:pt x="2142391" y="0"/>
                        </a:cubicBezTo>
                        <a:cubicBezTo>
                          <a:pt x="2362637" y="-58996"/>
                          <a:pt x="2525182" y="61362"/>
                          <a:pt x="2666593" y="0"/>
                        </a:cubicBezTo>
                        <a:cubicBezTo>
                          <a:pt x="2808004" y="-61362"/>
                          <a:pt x="3050805" y="71022"/>
                          <a:pt x="3327544" y="0"/>
                        </a:cubicBezTo>
                        <a:cubicBezTo>
                          <a:pt x="3604283" y="-71022"/>
                          <a:pt x="3591619" y="1454"/>
                          <a:pt x="3806163" y="0"/>
                        </a:cubicBezTo>
                        <a:cubicBezTo>
                          <a:pt x="4020707" y="-1454"/>
                          <a:pt x="4346506" y="3362"/>
                          <a:pt x="4558279" y="0"/>
                        </a:cubicBezTo>
                        <a:cubicBezTo>
                          <a:pt x="4600879" y="324196"/>
                          <a:pt x="4502191" y="430694"/>
                          <a:pt x="4558279" y="649072"/>
                        </a:cubicBezTo>
                        <a:cubicBezTo>
                          <a:pt x="4614367" y="867450"/>
                          <a:pt x="4538460" y="968594"/>
                          <a:pt x="4558279" y="1081786"/>
                        </a:cubicBezTo>
                        <a:cubicBezTo>
                          <a:pt x="4578098" y="1194978"/>
                          <a:pt x="4558027" y="1496679"/>
                          <a:pt x="4558279" y="1622679"/>
                        </a:cubicBezTo>
                        <a:cubicBezTo>
                          <a:pt x="4558531" y="1748679"/>
                          <a:pt x="4529655" y="2071172"/>
                          <a:pt x="4558279" y="2217661"/>
                        </a:cubicBezTo>
                        <a:cubicBezTo>
                          <a:pt x="4586903" y="2364150"/>
                          <a:pt x="4521362" y="2489695"/>
                          <a:pt x="4558279" y="2596286"/>
                        </a:cubicBezTo>
                        <a:cubicBezTo>
                          <a:pt x="4595196" y="2702877"/>
                          <a:pt x="4531803" y="2999595"/>
                          <a:pt x="4558279" y="3137179"/>
                        </a:cubicBezTo>
                        <a:cubicBezTo>
                          <a:pt x="4584755" y="3274763"/>
                          <a:pt x="4547641" y="3567236"/>
                          <a:pt x="4558279" y="3678072"/>
                        </a:cubicBezTo>
                        <a:cubicBezTo>
                          <a:pt x="4568917" y="3788908"/>
                          <a:pt x="4553022" y="4103789"/>
                          <a:pt x="4558279" y="4218965"/>
                        </a:cubicBezTo>
                        <a:cubicBezTo>
                          <a:pt x="4563536" y="4334141"/>
                          <a:pt x="4545642" y="4612226"/>
                          <a:pt x="4558279" y="4813948"/>
                        </a:cubicBezTo>
                        <a:cubicBezTo>
                          <a:pt x="4570916" y="5015670"/>
                          <a:pt x="4537392" y="5114479"/>
                          <a:pt x="4558279" y="5408930"/>
                        </a:cubicBezTo>
                        <a:cubicBezTo>
                          <a:pt x="4326844" y="5476162"/>
                          <a:pt x="4205116" y="5358139"/>
                          <a:pt x="3942911" y="5408930"/>
                        </a:cubicBezTo>
                        <a:cubicBezTo>
                          <a:pt x="3680706" y="5459721"/>
                          <a:pt x="3610324" y="5372831"/>
                          <a:pt x="3464292" y="5408930"/>
                        </a:cubicBezTo>
                        <a:cubicBezTo>
                          <a:pt x="3318260" y="5445029"/>
                          <a:pt x="2947277" y="5370222"/>
                          <a:pt x="2803342" y="5408930"/>
                        </a:cubicBezTo>
                        <a:cubicBezTo>
                          <a:pt x="2659407" y="5447638"/>
                          <a:pt x="2490075" y="5383438"/>
                          <a:pt x="2233557" y="5408930"/>
                        </a:cubicBezTo>
                        <a:cubicBezTo>
                          <a:pt x="1977040" y="5434422"/>
                          <a:pt x="1902609" y="5378309"/>
                          <a:pt x="1754937" y="5408930"/>
                        </a:cubicBezTo>
                        <a:cubicBezTo>
                          <a:pt x="1607265" y="5439551"/>
                          <a:pt x="1379212" y="5406445"/>
                          <a:pt x="1185153" y="5408930"/>
                        </a:cubicBezTo>
                        <a:cubicBezTo>
                          <a:pt x="991094" y="5411415"/>
                          <a:pt x="933404" y="5397166"/>
                          <a:pt x="752116" y="5408930"/>
                        </a:cubicBezTo>
                        <a:cubicBezTo>
                          <a:pt x="570828" y="5420694"/>
                          <a:pt x="251071" y="5353605"/>
                          <a:pt x="0" y="5408930"/>
                        </a:cubicBezTo>
                        <a:cubicBezTo>
                          <a:pt x="-47583" y="5254958"/>
                          <a:pt x="64181" y="5049352"/>
                          <a:pt x="0" y="4868037"/>
                        </a:cubicBezTo>
                        <a:cubicBezTo>
                          <a:pt x="-64181" y="4686722"/>
                          <a:pt x="26261" y="4613425"/>
                          <a:pt x="0" y="4435323"/>
                        </a:cubicBezTo>
                        <a:cubicBezTo>
                          <a:pt x="-26261" y="4257221"/>
                          <a:pt x="75282" y="3957340"/>
                          <a:pt x="0" y="3786251"/>
                        </a:cubicBezTo>
                        <a:cubicBezTo>
                          <a:pt x="-75282" y="3615162"/>
                          <a:pt x="20800" y="3429198"/>
                          <a:pt x="0" y="3299447"/>
                        </a:cubicBezTo>
                        <a:cubicBezTo>
                          <a:pt x="-20800" y="3169696"/>
                          <a:pt x="34191" y="3049772"/>
                          <a:pt x="0" y="2920822"/>
                        </a:cubicBezTo>
                        <a:cubicBezTo>
                          <a:pt x="-34191" y="2791872"/>
                          <a:pt x="69256" y="2448747"/>
                          <a:pt x="0" y="2325840"/>
                        </a:cubicBezTo>
                        <a:cubicBezTo>
                          <a:pt x="-69256" y="2202933"/>
                          <a:pt x="20413" y="2063097"/>
                          <a:pt x="0" y="1893125"/>
                        </a:cubicBezTo>
                        <a:cubicBezTo>
                          <a:pt x="-20413" y="1723153"/>
                          <a:pt x="35942" y="1566218"/>
                          <a:pt x="0" y="1298143"/>
                        </a:cubicBezTo>
                        <a:cubicBezTo>
                          <a:pt x="-35942" y="1030068"/>
                          <a:pt x="47046" y="786784"/>
                          <a:pt x="0" y="649072"/>
                        </a:cubicBezTo>
                        <a:cubicBezTo>
                          <a:pt x="-47046" y="511360"/>
                          <a:pt x="51685" y="26025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 algn="l">
              <a:buFont typeface="Wingdings" pitchFamily="2" charset="2"/>
              <a:buChar char="Ø"/>
              <a:defRPr sz="2400"/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3F7EF0D-9B17-FD3F-B9A4-4694E4B93AA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553200" y="3924300"/>
            <a:ext cx="4558279" cy="5408930"/>
          </a:xfrm>
          <a:ln w="34925" cmpd="thickThin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4558279"/>
                      <a:gd name="csY0" fmla="*/ 0 h 5408930"/>
                      <a:gd name="csX1" fmla="*/ 660950 w 4558279"/>
                      <a:gd name="csY1" fmla="*/ 0 h 5408930"/>
                      <a:gd name="csX2" fmla="*/ 1139570 w 4558279"/>
                      <a:gd name="csY2" fmla="*/ 0 h 5408930"/>
                      <a:gd name="csX3" fmla="*/ 1709355 w 4558279"/>
                      <a:gd name="csY3" fmla="*/ 0 h 5408930"/>
                      <a:gd name="csX4" fmla="*/ 2324722 w 4558279"/>
                      <a:gd name="csY4" fmla="*/ 0 h 5408930"/>
                      <a:gd name="csX5" fmla="*/ 2757759 w 4558279"/>
                      <a:gd name="csY5" fmla="*/ 0 h 5408930"/>
                      <a:gd name="csX6" fmla="*/ 3190795 w 4558279"/>
                      <a:gd name="csY6" fmla="*/ 0 h 5408930"/>
                      <a:gd name="csX7" fmla="*/ 3851746 w 4558279"/>
                      <a:gd name="csY7" fmla="*/ 0 h 5408930"/>
                      <a:gd name="csX8" fmla="*/ 4558279 w 4558279"/>
                      <a:gd name="csY8" fmla="*/ 0 h 5408930"/>
                      <a:gd name="csX9" fmla="*/ 4558279 w 4558279"/>
                      <a:gd name="csY9" fmla="*/ 378625 h 5408930"/>
                      <a:gd name="csX10" fmla="*/ 4558279 w 4558279"/>
                      <a:gd name="csY10" fmla="*/ 865429 h 5408930"/>
                      <a:gd name="csX11" fmla="*/ 4558279 w 4558279"/>
                      <a:gd name="csY11" fmla="*/ 1460411 h 5408930"/>
                      <a:gd name="csX12" fmla="*/ 4558279 w 4558279"/>
                      <a:gd name="csY12" fmla="*/ 1893126 h 5408930"/>
                      <a:gd name="csX13" fmla="*/ 4558279 w 4558279"/>
                      <a:gd name="csY13" fmla="*/ 2434019 h 5408930"/>
                      <a:gd name="csX14" fmla="*/ 4558279 w 4558279"/>
                      <a:gd name="csY14" fmla="*/ 2812644 h 5408930"/>
                      <a:gd name="csX15" fmla="*/ 4558279 w 4558279"/>
                      <a:gd name="csY15" fmla="*/ 3461715 h 5408930"/>
                      <a:gd name="csX16" fmla="*/ 4558279 w 4558279"/>
                      <a:gd name="csY16" fmla="*/ 4002608 h 5408930"/>
                      <a:gd name="csX17" fmla="*/ 4558279 w 4558279"/>
                      <a:gd name="csY17" fmla="*/ 4651680 h 5408930"/>
                      <a:gd name="csX18" fmla="*/ 4558279 w 4558279"/>
                      <a:gd name="csY18" fmla="*/ 5408930 h 5408930"/>
                      <a:gd name="csX19" fmla="*/ 4079660 w 4558279"/>
                      <a:gd name="csY19" fmla="*/ 5408930 h 5408930"/>
                      <a:gd name="csX20" fmla="*/ 3418709 w 4558279"/>
                      <a:gd name="csY20" fmla="*/ 5408930 h 5408930"/>
                      <a:gd name="csX21" fmla="*/ 2848924 w 4558279"/>
                      <a:gd name="csY21" fmla="*/ 5408930 h 5408930"/>
                      <a:gd name="csX22" fmla="*/ 2415888 w 4558279"/>
                      <a:gd name="csY22" fmla="*/ 5408930 h 5408930"/>
                      <a:gd name="csX23" fmla="*/ 1846103 w 4558279"/>
                      <a:gd name="csY23" fmla="*/ 5408930 h 5408930"/>
                      <a:gd name="csX24" fmla="*/ 1321901 w 4558279"/>
                      <a:gd name="csY24" fmla="*/ 5408930 h 5408930"/>
                      <a:gd name="csX25" fmla="*/ 797699 w 4558279"/>
                      <a:gd name="csY25" fmla="*/ 5408930 h 5408930"/>
                      <a:gd name="csX26" fmla="*/ 0 w 4558279"/>
                      <a:gd name="csY26" fmla="*/ 5408930 h 5408930"/>
                      <a:gd name="csX27" fmla="*/ 0 w 4558279"/>
                      <a:gd name="csY27" fmla="*/ 4922126 h 5408930"/>
                      <a:gd name="csX28" fmla="*/ 0 w 4558279"/>
                      <a:gd name="csY28" fmla="*/ 4327144 h 5408930"/>
                      <a:gd name="csX29" fmla="*/ 0 w 4558279"/>
                      <a:gd name="csY29" fmla="*/ 3840340 h 5408930"/>
                      <a:gd name="csX30" fmla="*/ 0 w 4558279"/>
                      <a:gd name="csY30" fmla="*/ 3461715 h 5408930"/>
                      <a:gd name="csX31" fmla="*/ 0 w 4558279"/>
                      <a:gd name="csY31" fmla="*/ 2974911 h 5408930"/>
                      <a:gd name="csX32" fmla="*/ 0 w 4558279"/>
                      <a:gd name="csY32" fmla="*/ 2379929 h 5408930"/>
                      <a:gd name="csX33" fmla="*/ 0 w 4558279"/>
                      <a:gd name="csY33" fmla="*/ 1730858 h 5408930"/>
                      <a:gd name="csX34" fmla="*/ 0 w 4558279"/>
                      <a:gd name="csY34" fmla="*/ 1352233 h 5408930"/>
                      <a:gd name="csX35" fmla="*/ 0 w 4558279"/>
                      <a:gd name="csY35" fmla="*/ 973607 h 5408930"/>
                      <a:gd name="csX36" fmla="*/ 0 w 4558279"/>
                      <a:gd name="csY36" fmla="*/ 0 h 54089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</a:cxnLst>
                    <a:rect l="l" t="t" r="r" b="b"/>
                    <a:pathLst>
                      <a:path w="4558279" h="5408930" fill="none" extrusionOk="0">
                        <a:moveTo>
                          <a:pt x="0" y="0"/>
                        </a:moveTo>
                        <a:cubicBezTo>
                          <a:pt x="262713" y="-65996"/>
                          <a:pt x="484862" y="42372"/>
                          <a:pt x="660950" y="0"/>
                        </a:cubicBezTo>
                        <a:cubicBezTo>
                          <a:pt x="837038" y="-42372"/>
                          <a:pt x="1019168" y="34080"/>
                          <a:pt x="1139570" y="0"/>
                        </a:cubicBezTo>
                        <a:cubicBezTo>
                          <a:pt x="1259972" y="-34080"/>
                          <a:pt x="1438952" y="48384"/>
                          <a:pt x="1709355" y="0"/>
                        </a:cubicBezTo>
                        <a:cubicBezTo>
                          <a:pt x="1979759" y="-48384"/>
                          <a:pt x="2138337" y="33642"/>
                          <a:pt x="2324722" y="0"/>
                        </a:cubicBezTo>
                        <a:cubicBezTo>
                          <a:pt x="2511107" y="-33642"/>
                          <a:pt x="2591809" y="40127"/>
                          <a:pt x="2757759" y="0"/>
                        </a:cubicBezTo>
                        <a:cubicBezTo>
                          <a:pt x="2923709" y="-40127"/>
                          <a:pt x="3055806" y="29915"/>
                          <a:pt x="3190795" y="0"/>
                        </a:cubicBezTo>
                        <a:cubicBezTo>
                          <a:pt x="3325784" y="-29915"/>
                          <a:pt x="3651034" y="3411"/>
                          <a:pt x="3851746" y="0"/>
                        </a:cubicBezTo>
                        <a:cubicBezTo>
                          <a:pt x="4052458" y="-3411"/>
                          <a:pt x="4242472" y="80302"/>
                          <a:pt x="4558279" y="0"/>
                        </a:cubicBezTo>
                        <a:cubicBezTo>
                          <a:pt x="4568064" y="82101"/>
                          <a:pt x="4516177" y="296624"/>
                          <a:pt x="4558279" y="378625"/>
                        </a:cubicBezTo>
                        <a:cubicBezTo>
                          <a:pt x="4600381" y="460627"/>
                          <a:pt x="4549570" y="754484"/>
                          <a:pt x="4558279" y="865429"/>
                        </a:cubicBezTo>
                        <a:cubicBezTo>
                          <a:pt x="4566988" y="976374"/>
                          <a:pt x="4524546" y="1284311"/>
                          <a:pt x="4558279" y="1460411"/>
                        </a:cubicBezTo>
                        <a:cubicBezTo>
                          <a:pt x="4592012" y="1636511"/>
                          <a:pt x="4509023" y="1709428"/>
                          <a:pt x="4558279" y="1893126"/>
                        </a:cubicBezTo>
                        <a:cubicBezTo>
                          <a:pt x="4607535" y="2076825"/>
                          <a:pt x="4544940" y="2278893"/>
                          <a:pt x="4558279" y="2434019"/>
                        </a:cubicBezTo>
                        <a:cubicBezTo>
                          <a:pt x="4571618" y="2589145"/>
                          <a:pt x="4528073" y="2717259"/>
                          <a:pt x="4558279" y="2812644"/>
                        </a:cubicBezTo>
                        <a:cubicBezTo>
                          <a:pt x="4588485" y="2908030"/>
                          <a:pt x="4553989" y="3307941"/>
                          <a:pt x="4558279" y="3461715"/>
                        </a:cubicBezTo>
                        <a:cubicBezTo>
                          <a:pt x="4562569" y="3615489"/>
                          <a:pt x="4534510" y="3847085"/>
                          <a:pt x="4558279" y="4002608"/>
                        </a:cubicBezTo>
                        <a:cubicBezTo>
                          <a:pt x="4582048" y="4158131"/>
                          <a:pt x="4547870" y="4339962"/>
                          <a:pt x="4558279" y="4651680"/>
                        </a:cubicBezTo>
                        <a:cubicBezTo>
                          <a:pt x="4568688" y="4963398"/>
                          <a:pt x="4518555" y="5207668"/>
                          <a:pt x="4558279" y="5408930"/>
                        </a:cubicBezTo>
                        <a:cubicBezTo>
                          <a:pt x="4400432" y="5423777"/>
                          <a:pt x="4262282" y="5405729"/>
                          <a:pt x="4079660" y="5408930"/>
                        </a:cubicBezTo>
                        <a:cubicBezTo>
                          <a:pt x="3897038" y="5412131"/>
                          <a:pt x="3625877" y="5389331"/>
                          <a:pt x="3418709" y="5408930"/>
                        </a:cubicBezTo>
                        <a:cubicBezTo>
                          <a:pt x="3211541" y="5428529"/>
                          <a:pt x="3065108" y="5368629"/>
                          <a:pt x="2848924" y="5408930"/>
                        </a:cubicBezTo>
                        <a:cubicBezTo>
                          <a:pt x="2632741" y="5449231"/>
                          <a:pt x="2615907" y="5398434"/>
                          <a:pt x="2415888" y="5408930"/>
                        </a:cubicBezTo>
                        <a:cubicBezTo>
                          <a:pt x="2215869" y="5419426"/>
                          <a:pt x="2047846" y="5369435"/>
                          <a:pt x="1846103" y="5408930"/>
                        </a:cubicBezTo>
                        <a:cubicBezTo>
                          <a:pt x="1644360" y="5448425"/>
                          <a:pt x="1491491" y="5357534"/>
                          <a:pt x="1321901" y="5408930"/>
                        </a:cubicBezTo>
                        <a:cubicBezTo>
                          <a:pt x="1152311" y="5460326"/>
                          <a:pt x="956339" y="5392188"/>
                          <a:pt x="797699" y="5408930"/>
                        </a:cubicBezTo>
                        <a:cubicBezTo>
                          <a:pt x="639059" y="5425672"/>
                          <a:pt x="353696" y="5391425"/>
                          <a:pt x="0" y="5408930"/>
                        </a:cubicBezTo>
                        <a:cubicBezTo>
                          <a:pt x="-4653" y="5307514"/>
                          <a:pt x="22376" y="5080870"/>
                          <a:pt x="0" y="4922126"/>
                        </a:cubicBezTo>
                        <a:cubicBezTo>
                          <a:pt x="-22376" y="4763382"/>
                          <a:pt x="4103" y="4457237"/>
                          <a:pt x="0" y="4327144"/>
                        </a:cubicBezTo>
                        <a:cubicBezTo>
                          <a:pt x="-4103" y="4197051"/>
                          <a:pt x="38389" y="4001539"/>
                          <a:pt x="0" y="3840340"/>
                        </a:cubicBezTo>
                        <a:cubicBezTo>
                          <a:pt x="-38389" y="3679141"/>
                          <a:pt x="12799" y="3544701"/>
                          <a:pt x="0" y="3461715"/>
                        </a:cubicBezTo>
                        <a:cubicBezTo>
                          <a:pt x="-12799" y="3378729"/>
                          <a:pt x="7446" y="3091876"/>
                          <a:pt x="0" y="2974911"/>
                        </a:cubicBezTo>
                        <a:cubicBezTo>
                          <a:pt x="-7446" y="2857946"/>
                          <a:pt x="48794" y="2651992"/>
                          <a:pt x="0" y="2379929"/>
                        </a:cubicBezTo>
                        <a:cubicBezTo>
                          <a:pt x="-48794" y="2107866"/>
                          <a:pt x="59753" y="1994237"/>
                          <a:pt x="0" y="1730858"/>
                        </a:cubicBezTo>
                        <a:cubicBezTo>
                          <a:pt x="-59753" y="1467479"/>
                          <a:pt x="29294" y="1442928"/>
                          <a:pt x="0" y="1352233"/>
                        </a:cubicBezTo>
                        <a:cubicBezTo>
                          <a:pt x="-29294" y="1261539"/>
                          <a:pt x="23017" y="1151907"/>
                          <a:pt x="0" y="973607"/>
                        </a:cubicBezTo>
                        <a:cubicBezTo>
                          <a:pt x="-23017" y="795307"/>
                          <a:pt x="38669" y="238826"/>
                          <a:pt x="0" y="0"/>
                        </a:cubicBezTo>
                        <a:close/>
                      </a:path>
                      <a:path w="4558279" h="5408930" stroke="0" extrusionOk="0">
                        <a:moveTo>
                          <a:pt x="0" y="0"/>
                        </a:moveTo>
                        <a:cubicBezTo>
                          <a:pt x="139951" y="-9495"/>
                          <a:pt x="386249" y="48252"/>
                          <a:pt x="524202" y="0"/>
                        </a:cubicBezTo>
                        <a:cubicBezTo>
                          <a:pt x="662155" y="-48252"/>
                          <a:pt x="829944" y="5706"/>
                          <a:pt x="957239" y="0"/>
                        </a:cubicBezTo>
                        <a:cubicBezTo>
                          <a:pt x="1084534" y="-5706"/>
                          <a:pt x="1433480" y="3965"/>
                          <a:pt x="1618189" y="0"/>
                        </a:cubicBezTo>
                        <a:cubicBezTo>
                          <a:pt x="1802898" y="-3965"/>
                          <a:pt x="1922145" y="58996"/>
                          <a:pt x="2142391" y="0"/>
                        </a:cubicBezTo>
                        <a:cubicBezTo>
                          <a:pt x="2362637" y="-58996"/>
                          <a:pt x="2525182" y="61362"/>
                          <a:pt x="2666593" y="0"/>
                        </a:cubicBezTo>
                        <a:cubicBezTo>
                          <a:pt x="2808004" y="-61362"/>
                          <a:pt x="3050805" y="71022"/>
                          <a:pt x="3327544" y="0"/>
                        </a:cubicBezTo>
                        <a:cubicBezTo>
                          <a:pt x="3604283" y="-71022"/>
                          <a:pt x="3591619" y="1454"/>
                          <a:pt x="3806163" y="0"/>
                        </a:cubicBezTo>
                        <a:cubicBezTo>
                          <a:pt x="4020707" y="-1454"/>
                          <a:pt x="4346506" y="3362"/>
                          <a:pt x="4558279" y="0"/>
                        </a:cubicBezTo>
                        <a:cubicBezTo>
                          <a:pt x="4600879" y="324196"/>
                          <a:pt x="4502191" y="430694"/>
                          <a:pt x="4558279" y="649072"/>
                        </a:cubicBezTo>
                        <a:cubicBezTo>
                          <a:pt x="4614367" y="867450"/>
                          <a:pt x="4538460" y="968594"/>
                          <a:pt x="4558279" y="1081786"/>
                        </a:cubicBezTo>
                        <a:cubicBezTo>
                          <a:pt x="4578098" y="1194978"/>
                          <a:pt x="4558027" y="1496679"/>
                          <a:pt x="4558279" y="1622679"/>
                        </a:cubicBezTo>
                        <a:cubicBezTo>
                          <a:pt x="4558531" y="1748679"/>
                          <a:pt x="4529655" y="2071172"/>
                          <a:pt x="4558279" y="2217661"/>
                        </a:cubicBezTo>
                        <a:cubicBezTo>
                          <a:pt x="4586903" y="2364150"/>
                          <a:pt x="4521362" y="2489695"/>
                          <a:pt x="4558279" y="2596286"/>
                        </a:cubicBezTo>
                        <a:cubicBezTo>
                          <a:pt x="4595196" y="2702877"/>
                          <a:pt x="4531803" y="2999595"/>
                          <a:pt x="4558279" y="3137179"/>
                        </a:cubicBezTo>
                        <a:cubicBezTo>
                          <a:pt x="4584755" y="3274763"/>
                          <a:pt x="4547641" y="3567236"/>
                          <a:pt x="4558279" y="3678072"/>
                        </a:cubicBezTo>
                        <a:cubicBezTo>
                          <a:pt x="4568917" y="3788908"/>
                          <a:pt x="4553022" y="4103789"/>
                          <a:pt x="4558279" y="4218965"/>
                        </a:cubicBezTo>
                        <a:cubicBezTo>
                          <a:pt x="4563536" y="4334141"/>
                          <a:pt x="4545642" y="4612226"/>
                          <a:pt x="4558279" y="4813948"/>
                        </a:cubicBezTo>
                        <a:cubicBezTo>
                          <a:pt x="4570916" y="5015670"/>
                          <a:pt x="4537392" y="5114479"/>
                          <a:pt x="4558279" y="5408930"/>
                        </a:cubicBezTo>
                        <a:cubicBezTo>
                          <a:pt x="4326844" y="5476162"/>
                          <a:pt x="4205116" y="5358139"/>
                          <a:pt x="3942911" y="5408930"/>
                        </a:cubicBezTo>
                        <a:cubicBezTo>
                          <a:pt x="3680706" y="5459721"/>
                          <a:pt x="3610324" y="5372831"/>
                          <a:pt x="3464292" y="5408930"/>
                        </a:cubicBezTo>
                        <a:cubicBezTo>
                          <a:pt x="3318260" y="5445029"/>
                          <a:pt x="2947277" y="5370222"/>
                          <a:pt x="2803342" y="5408930"/>
                        </a:cubicBezTo>
                        <a:cubicBezTo>
                          <a:pt x="2659407" y="5447638"/>
                          <a:pt x="2490075" y="5383438"/>
                          <a:pt x="2233557" y="5408930"/>
                        </a:cubicBezTo>
                        <a:cubicBezTo>
                          <a:pt x="1977040" y="5434422"/>
                          <a:pt x="1902609" y="5378309"/>
                          <a:pt x="1754937" y="5408930"/>
                        </a:cubicBezTo>
                        <a:cubicBezTo>
                          <a:pt x="1607265" y="5439551"/>
                          <a:pt x="1379212" y="5406445"/>
                          <a:pt x="1185153" y="5408930"/>
                        </a:cubicBezTo>
                        <a:cubicBezTo>
                          <a:pt x="991094" y="5411415"/>
                          <a:pt x="933404" y="5397166"/>
                          <a:pt x="752116" y="5408930"/>
                        </a:cubicBezTo>
                        <a:cubicBezTo>
                          <a:pt x="570828" y="5420694"/>
                          <a:pt x="251071" y="5353605"/>
                          <a:pt x="0" y="5408930"/>
                        </a:cubicBezTo>
                        <a:cubicBezTo>
                          <a:pt x="-47583" y="5254958"/>
                          <a:pt x="64181" y="5049352"/>
                          <a:pt x="0" y="4868037"/>
                        </a:cubicBezTo>
                        <a:cubicBezTo>
                          <a:pt x="-64181" y="4686722"/>
                          <a:pt x="26261" y="4613425"/>
                          <a:pt x="0" y="4435323"/>
                        </a:cubicBezTo>
                        <a:cubicBezTo>
                          <a:pt x="-26261" y="4257221"/>
                          <a:pt x="75282" y="3957340"/>
                          <a:pt x="0" y="3786251"/>
                        </a:cubicBezTo>
                        <a:cubicBezTo>
                          <a:pt x="-75282" y="3615162"/>
                          <a:pt x="20800" y="3429198"/>
                          <a:pt x="0" y="3299447"/>
                        </a:cubicBezTo>
                        <a:cubicBezTo>
                          <a:pt x="-20800" y="3169696"/>
                          <a:pt x="34191" y="3049772"/>
                          <a:pt x="0" y="2920822"/>
                        </a:cubicBezTo>
                        <a:cubicBezTo>
                          <a:pt x="-34191" y="2791872"/>
                          <a:pt x="69256" y="2448747"/>
                          <a:pt x="0" y="2325840"/>
                        </a:cubicBezTo>
                        <a:cubicBezTo>
                          <a:pt x="-69256" y="2202933"/>
                          <a:pt x="20413" y="2063097"/>
                          <a:pt x="0" y="1893125"/>
                        </a:cubicBezTo>
                        <a:cubicBezTo>
                          <a:pt x="-20413" y="1723153"/>
                          <a:pt x="35942" y="1566218"/>
                          <a:pt x="0" y="1298143"/>
                        </a:cubicBezTo>
                        <a:cubicBezTo>
                          <a:pt x="-35942" y="1030068"/>
                          <a:pt x="47046" y="786784"/>
                          <a:pt x="0" y="649072"/>
                        </a:cubicBezTo>
                        <a:cubicBezTo>
                          <a:pt x="-47046" y="511360"/>
                          <a:pt x="51685" y="26025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 algn="l">
              <a:buFont typeface="Wingdings" pitchFamily="2" charset="2"/>
              <a:buChar char="Ø"/>
              <a:defRPr sz="2400"/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FD42683-CCE8-09E2-1069-3FC73D3FCA1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2595412" y="3924300"/>
            <a:ext cx="4558279" cy="5408930"/>
          </a:xfrm>
          <a:ln w="34925" cmpd="thickThin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4558279"/>
                      <a:gd name="csY0" fmla="*/ 0 h 5408930"/>
                      <a:gd name="csX1" fmla="*/ 660950 w 4558279"/>
                      <a:gd name="csY1" fmla="*/ 0 h 5408930"/>
                      <a:gd name="csX2" fmla="*/ 1139570 w 4558279"/>
                      <a:gd name="csY2" fmla="*/ 0 h 5408930"/>
                      <a:gd name="csX3" fmla="*/ 1709355 w 4558279"/>
                      <a:gd name="csY3" fmla="*/ 0 h 5408930"/>
                      <a:gd name="csX4" fmla="*/ 2324722 w 4558279"/>
                      <a:gd name="csY4" fmla="*/ 0 h 5408930"/>
                      <a:gd name="csX5" fmla="*/ 2757759 w 4558279"/>
                      <a:gd name="csY5" fmla="*/ 0 h 5408930"/>
                      <a:gd name="csX6" fmla="*/ 3190795 w 4558279"/>
                      <a:gd name="csY6" fmla="*/ 0 h 5408930"/>
                      <a:gd name="csX7" fmla="*/ 3851746 w 4558279"/>
                      <a:gd name="csY7" fmla="*/ 0 h 5408930"/>
                      <a:gd name="csX8" fmla="*/ 4558279 w 4558279"/>
                      <a:gd name="csY8" fmla="*/ 0 h 5408930"/>
                      <a:gd name="csX9" fmla="*/ 4558279 w 4558279"/>
                      <a:gd name="csY9" fmla="*/ 378625 h 5408930"/>
                      <a:gd name="csX10" fmla="*/ 4558279 w 4558279"/>
                      <a:gd name="csY10" fmla="*/ 865429 h 5408930"/>
                      <a:gd name="csX11" fmla="*/ 4558279 w 4558279"/>
                      <a:gd name="csY11" fmla="*/ 1460411 h 5408930"/>
                      <a:gd name="csX12" fmla="*/ 4558279 w 4558279"/>
                      <a:gd name="csY12" fmla="*/ 1893126 h 5408930"/>
                      <a:gd name="csX13" fmla="*/ 4558279 w 4558279"/>
                      <a:gd name="csY13" fmla="*/ 2434019 h 5408930"/>
                      <a:gd name="csX14" fmla="*/ 4558279 w 4558279"/>
                      <a:gd name="csY14" fmla="*/ 2812644 h 5408930"/>
                      <a:gd name="csX15" fmla="*/ 4558279 w 4558279"/>
                      <a:gd name="csY15" fmla="*/ 3461715 h 5408930"/>
                      <a:gd name="csX16" fmla="*/ 4558279 w 4558279"/>
                      <a:gd name="csY16" fmla="*/ 4002608 h 5408930"/>
                      <a:gd name="csX17" fmla="*/ 4558279 w 4558279"/>
                      <a:gd name="csY17" fmla="*/ 4651680 h 5408930"/>
                      <a:gd name="csX18" fmla="*/ 4558279 w 4558279"/>
                      <a:gd name="csY18" fmla="*/ 5408930 h 5408930"/>
                      <a:gd name="csX19" fmla="*/ 4079660 w 4558279"/>
                      <a:gd name="csY19" fmla="*/ 5408930 h 5408930"/>
                      <a:gd name="csX20" fmla="*/ 3418709 w 4558279"/>
                      <a:gd name="csY20" fmla="*/ 5408930 h 5408930"/>
                      <a:gd name="csX21" fmla="*/ 2848924 w 4558279"/>
                      <a:gd name="csY21" fmla="*/ 5408930 h 5408930"/>
                      <a:gd name="csX22" fmla="*/ 2415888 w 4558279"/>
                      <a:gd name="csY22" fmla="*/ 5408930 h 5408930"/>
                      <a:gd name="csX23" fmla="*/ 1846103 w 4558279"/>
                      <a:gd name="csY23" fmla="*/ 5408930 h 5408930"/>
                      <a:gd name="csX24" fmla="*/ 1321901 w 4558279"/>
                      <a:gd name="csY24" fmla="*/ 5408930 h 5408930"/>
                      <a:gd name="csX25" fmla="*/ 797699 w 4558279"/>
                      <a:gd name="csY25" fmla="*/ 5408930 h 5408930"/>
                      <a:gd name="csX26" fmla="*/ 0 w 4558279"/>
                      <a:gd name="csY26" fmla="*/ 5408930 h 5408930"/>
                      <a:gd name="csX27" fmla="*/ 0 w 4558279"/>
                      <a:gd name="csY27" fmla="*/ 4922126 h 5408930"/>
                      <a:gd name="csX28" fmla="*/ 0 w 4558279"/>
                      <a:gd name="csY28" fmla="*/ 4327144 h 5408930"/>
                      <a:gd name="csX29" fmla="*/ 0 w 4558279"/>
                      <a:gd name="csY29" fmla="*/ 3840340 h 5408930"/>
                      <a:gd name="csX30" fmla="*/ 0 w 4558279"/>
                      <a:gd name="csY30" fmla="*/ 3461715 h 5408930"/>
                      <a:gd name="csX31" fmla="*/ 0 w 4558279"/>
                      <a:gd name="csY31" fmla="*/ 2974911 h 5408930"/>
                      <a:gd name="csX32" fmla="*/ 0 w 4558279"/>
                      <a:gd name="csY32" fmla="*/ 2379929 h 5408930"/>
                      <a:gd name="csX33" fmla="*/ 0 w 4558279"/>
                      <a:gd name="csY33" fmla="*/ 1730858 h 5408930"/>
                      <a:gd name="csX34" fmla="*/ 0 w 4558279"/>
                      <a:gd name="csY34" fmla="*/ 1352233 h 5408930"/>
                      <a:gd name="csX35" fmla="*/ 0 w 4558279"/>
                      <a:gd name="csY35" fmla="*/ 973607 h 5408930"/>
                      <a:gd name="csX36" fmla="*/ 0 w 4558279"/>
                      <a:gd name="csY36" fmla="*/ 0 h 54089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</a:cxnLst>
                    <a:rect l="l" t="t" r="r" b="b"/>
                    <a:pathLst>
                      <a:path w="4558279" h="5408930" fill="none" extrusionOk="0">
                        <a:moveTo>
                          <a:pt x="0" y="0"/>
                        </a:moveTo>
                        <a:cubicBezTo>
                          <a:pt x="262713" y="-65996"/>
                          <a:pt x="484862" y="42372"/>
                          <a:pt x="660950" y="0"/>
                        </a:cubicBezTo>
                        <a:cubicBezTo>
                          <a:pt x="837038" y="-42372"/>
                          <a:pt x="1019168" y="34080"/>
                          <a:pt x="1139570" y="0"/>
                        </a:cubicBezTo>
                        <a:cubicBezTo>
                          <a:pt x="1259972" y="-34080"/>
                          <a:pt x="1438952" y="48384"/>
                          <a:pt x="1709355" y="0"/>
                        </a:cubicBezTo>
                        <a:cubicBezTo>
                          <a:pt x="1979759" y="-48384"/>
                          <a:pt x="2138337" y="33642"/>
                          <a:pt x="2324722" y="0"/>
                        </a:cubicBezTo>
                        <a:cubicBezTo>
                          <a:pt x="2511107" y="-33642"/>
                          <a:pt x="2591809" y="40127"/>
                          <a:pt x="2757759" y="0"/>
                        </a:cubicBezTo>
                        <a:cubicBezTo>
                          <a:pt x="2923709" y="-40127"/>
                          <a:pt x="3055806" y="29915"/>
                          <a:pt x="3190795" y="0"/>
                        </a:cubicBezTo>
                        <a:cubicBezTo>
                          <a:pt x="3325784" y="-29915"/>
                          <a:pt x="3651034" y="3411"/>
                          <a:pt x="3851746" y="0"/>
                        </a:cubicBezTo>
                        <a:cubicBezTo>
                          <a:pt x="4052458" y="-3411"/>
                          <a:pt x="4242472" y="80302"/>
                          <a:pt x="4558279" y="0"/>
                        </a:cubicBezTo>
                        <a:cubicBezTo>
                          <a:pt x="4568064" y="82101"/>
                          <a:pt x="4516177" y="296624"/>
                          <a:pt x="4558279" y="378625"/>
                        </a:cubicBezTo>
                        <a:cubicBezTo>
                          <a:pt x="4600381" y="460627"/>
                          <a:pt x="4549570" y="754484"/>
                          <a:pt x="4558279" y="865429"/>
                        </a:cubicBezTo>
                        <a:cubicBezTo>
                          <a:pt x="4566988" y="976374"/>
                          <a:pt x="4524546" y="1284311"/>
                          <a:pt x="4558279" y="1460411"/>
                        </a:cubicBezTo>
                        <a:cubicBezTo>
                          <a:pt x="4592012" y="1636511"/>
                          <a:pt x="4509023" y="1709428"/>
                          <a:pt x="4558279" y="1893126"/>
                        </a:cubicBezTo>
                        <a:cubicBezTo>
                          <a:pt x="4607535" y="2076825"/>
                          <a:pt x="4544940" y="2278893"/>
                          <a:pt x="4558279" y="2434019"/>
                        </a:cubicBezTo>
                        <a:cubicBezTo>
                          <a:pt x="4571618" y="2589145"/>
                          <a:pt x="4528073" y="2717259"/>
                          <a:pt x="4558279" y="2812644"/>
                        </a:cubicBezTo>
                        <a:cubicBezTo>
                          <a:pt x="4588485" y="2908030"/>
                          <a:pt x="4553989" y="3307941"/>
                          <a:pt x="4558279" y="3461715"/>
                        </a:cubicBezTo>
                        <a:cubicBezTo>
                          <a:pt x="4562569" y="3615489"/>
                          <a:pt x="4534510" y="3847085"/>
                          <a:pt x="4558279" y="4002608"/>
                        </a:cubicBezTo>
                        <a:cubicBezTo>
                          <a:pt x="4582048" y="4158131"/>
                          <a:pt x="4547870" y="4339962"/>
                          <a:pt x="4558279" y="4651680"/>
                        </a:cubicBezTo>
                        <a:cubicBezTo>
                          <a:pt x="4568688" y="4963398"/>
                          <a:pt x="4518555" y="5207668"/>
                          <a:pt x="4558279" y="5408930"/>
                        </a:cubicBezTo>
                        <a:cubicBezTo>
                          <a:pt x="4400432" y="5423777"/>
                          <a:pt x="4262282" y="5405729"/>
                          <a:pt x="4079660" y="5408930"/>
                        </a:cubicBezTo>
                        <a:cubicBezTo>
                          <a:pt x="3897038" y="5412131"/>
                          <a:pt x="3625877" y="5389331"/>
                          <a:pt x="3418709" y="5408930"/>
                        </a:cubicBezTo>
                        <a:cubicBezTo>
                          <a:pt x="3211541" y="5428529"/>
                          <a:pt x="3065108" y="5368629"/>
                          <a:pt x="2848924" y="5408930"/>
                        </a:cubicBezTo>
                        <a:cubicBezTo>
                          <a:pt x="2632741" y="5449231"/>
                          <a:pt x="2615907" y="5398434"/>
                          <a:pt x="2415888" y="5408930"/>
                        </a:cubicBezTo>
                        <a:cubicBezTo>
                          <a:pt x="2215869" y="5419426"/>
                          <a:pt x="2047846" y="5369435"/>
                          <a:pt x="1846103" y="5408930"/>
                        </a:cubicBezTo>
                        <a:cubicBezTo>
                          <a:pt x="1644360" y="5448425"/>
                          <a:pt x="1491491" y="5357534"/>
                          <a:pt x="1321901" y="5408930"/>
                        </a:cubicBezTo>
                        <a:cubicBezTo>
                          <a:pt x="1152311" y="5460326"/>
                          <a:pt x="956339" y="5392188"/>
                          <a:pt x="797699" y="5408930"/>
                        </a:cubicBezTo>
                        <a:cubicBezTo>
                          <a:pt x="639059" y="5425672"/>
                          <a:pt x="353696" y="5391425"/>
                          <a:pt x="0" y="5408930"/>
                        </a:cubicBezTo>
                        <a:cubicBezTo>
                          <a:pt x="-4653" y="5307514"/>
                          <a:pt x="22376" y="5080870"/>
                          <a:pt x="0" y="4922126"/>
                        </a:cubicBezTo>
                        <a:cubicBezTo>
                          <a:pt x="-22376" y="4763382"/>
                          <a:pt x="4103" y="4457237"/>
                          <a:pt x="0" y="4327144"/>
                        </a:cubicBezTo>
                        <a:cubicBezTo>
                          <a:pt x="-4103" y="4197051"/>
                          <a:pt x="38389" y="4001539"/>
                          <a:pt x="0" y="3840340"/>
                        </a:cubicBezTo>
                        <a:cubicBezTo>
                          <a:pt x="-38389" y="3679141"/>
                          <a:pt x="12799" y="3544701"/>
                          <a:pt x="0" y="3461715"/>
                        </a:cubicBezTo>
                        <a:cubicBezTo>
                          <a:pt x="-12799" y="3378729"/>
                          <a:pt x="7446" y="3091876"/>
                          <a:pt x="0" y="2974911"/>
                        </a:cubicBezTo>
                        <a:cubicBezTo>
                          <a:pt x="-7446" y="2857946"/>
                          <a:pt x="48794" y="2651992"/>
                          <a:pt x="0" y="2379929"/>
                        </a:cubicBezTo>
                        <a:cubicBezTo>
                          <a:pt x="-48794" y="2107866"/>
                          <a:pt x="59753" y="1994237"/>
                          <a:pt x="0" y="1730858"/>
                        </a:cubicBezTo>
                        <a:cubicBezTo>
                          <a:pt x="-59753" y="1467479"/>
                          <a:pt x="29294" y="1442928"/>
                          <a:pt x="0" y="1352233"/>
                        </a:cubicBezTo>
                        <a:cubicBezTo>
                          <a:pt x="-29294" y="1261539"/>
                          <a:pt x="23017" y="1151907"/>
                          <a:pt x="0" y="973607"/>
                        </a:cubicBezTo>
                        <a:cubicBezTo>
                          <a:pt x="-23017" y="795307"/>
                          <a:pt x="38669" y="238826"/>
                          <a:pt x="0" y="0"/>
                        </a:cubicBezTo>
                        <a:close/>
                      </a:path>
                      <a:path w="4558279" h="5408930" stroke="0" extrusionOk="0">
                        <a:moveTo>
                          <a:pt x="0" y="0"/>
                        </a:moveTo>
                        <a:cubicBezTo>
                          <a:pt x="139951" y="-9495"/>
                          <a:pt x="386249" y="48252"/>
                          <a:pt x="524202" y="0"/>
                        </a:cubicBezTo>
                        <a:cubicBezTo>
                          <a:pt x="662155" y="-48252"/>
                          <a:pt x="829944" y="5706"/>
                          <a:pt x="957239" y="0"/>
                        </a:cubicBezTo>
                        <a:cubicBezTo>
                          <a:pt x="1084534" y="-5706"/>
                          <a:pt x="1433480" y="3965"/>
                          <a:pt x="1618189" y="0"/>
                        </a:cubicBezTo>
                        <a:cubicBezTo>
                          <a:pt x="1802898" y="-3965"/>
                          <a:pt x="1922145" y="58996"/>
                          <a:pt x="2142391" y="0"/>
                        </a:cubicBezTo>
                        <a:cubicBezTo>
                          <a:pt x="2362637" y="-58996"/>
                          <a:pt x="2525182" y="61362"/>
                          <a:pt x="2666593" y="0"/>
                        </a:cubicBezTo>
                        <a:cubicBezTo>
                          <a:pt x="2808004" y="-61362"/>
                          <a:pt x="3050805" y="71022"/>
                          <a:pt x="3327544" y="0"/>
                        </a:cubicBezTo>
                        <a:cubicBezTo>
                          <a:pt x="3604283" y="-71022"/>
                          <a:pt x="3591619" y="1454"/>
                          <a:pt x="3806163" y="0"/>
                        </a:cubicBezTo>
                        <a:cubicBezTo>
                          <a:pt x="4020707" y="-1454"/>
                          <a:pt x="4346506" y="3362"/>
                          <a:pt x="4558279" y="0"/>
                        </a:cubicBezTo>
                        <a:cubicBezTo>
                          <a:pt x="4600879" y="324196"/>
                          <a:pt x="4502191" y="430694"/>
                          <a:pt x="4558279" y="649072"/>
                        </a:cubicBezTo>
                        <a:cubicBezTo>
                          <a:pt x="4614367" y="867450"/>
                          <a:pt x="4538460" y="968594"/>
                          <a:pt x="4558279" y="1081786"/>
                        </a:cubicBezTo>
                        <a:cubicBezTo>
                          <a:pt x="4578098" y="1194978"/>
                          <a:pt x="4558027" y="1496679"/>
                          <a:pt x="4558279" y="1622679"/>
                        </a:cubicBezTo>
                        <a:cubicBezTo>
                          <a:pt x="4558531" y="1748679"/>
                          <a:pt x="4529655" y="2071172"/>
                          <a:pt x="4558279" y="2217661"/>
                        </a:cubicBezTo>
                        <a:cubicBezTo>
                          <a:pt x="4586903" y="2364150"/>
                          <a:pt x="4521362" y="2489695"/>
                          <a:pt x="4558279" y="2596286"/>
                        </a:cubicBezTo>
                        <a:cubicBezTo>
                          <a:pt x="4595196" y="2702877"/>
                          <a:pt x="4531803" y="2999595"/>
                          <a:pt x="4558279" y="3137179"/>
                        </a:cubicBezTo>
                        <a:cubicBezTo>
                          <a:pt x="4584755" y="3274763"/>
                          <a:pt x="4547641" y="3567236"/>
                          <a:pt x="4558279" y="3678072"/>
                        </a:cubicBezTo>
                        <a:cubicBezTo>
                          <a:pt x="4568917" y="3788908"/>
                          <a:pt x="4553022" y="4103789"/>
                          <a:pt x="4558279" y="4218965"/>
                        </a:cubicBezTo>
                        <a:cubicBezTo>
                          <a:pt x="4563536" y="4334141"/>
                          <a:pt x="4545642" y="4612226"/>
                          <a:pt x="4558279" y="4813948"/>
                        </a:cubicBezTo>
                        <a:cubicBezTo>
                          <a:pt x="4570916" y="5015670"/>
                          <a:pt x="4537392" y="5114479"/>
                          <a:pt x="4558279" y="5408930"/>
                        </a:cubicBezTo>
                        <a:cubicBezTo>
                          <a:pt x="4326844" y="5476162"/>
                          <a:pt x="4205116" y="5358139"/>
                          <a:pt x="3942911" y="5408930"/>
                        </a:cubicBezTo>
                        <a:cubicBezTo>
                          <a:pt x="3680706" y="5459721"/>
                          <a:pt x="3610324" y="5372831"/>
                          <a:pt x="3464292" y="5408930"/>
                        </a:cubicBezTo>
                        <a:cubicBezTo>
                          <a:pt x="3318260" y="5445029"/>
                          <a:pt x="2947277" y="5370222"/>
                          <a:pt x="2803342" y="5408930"/>
                        </a:cubicBezTo>
                        <a:cubicBezTo>
                          <a:pt x="2659407" y="5447638"/>
                          <a:pt x="2490075" y="5383438"/>
                          <a:pt x="2233557" y="5408930"/>
                        </a:cubicBezTo>
                        <a:cubicBezTo>
                          <a:pt x="1977040" y="5434422"/>
                          <a:pt x="1902609" y="5378309"/>
                          <a:pt x="1754937" y="5408930"/>
                        </a:cubicBezTo>
                        <a:cubicBezTo>
                          <a:pt x="1607265" y="5439551"/>
                          <a:pt x="1379212" y="5406445"/>
                          <a:pt x="1185153" y="5408930"/>
                        </a:cubicBezTo>
                        <a:cubicBezTo>
                          <a:pt x="991094" y="5411415"/>
                          <a:pt x="933404" y="5397166"/>
                          <a:pt x="752116" y="5408930"/>
                        </a:cubicBezTo>
                        <a:cubicBezTo>
                          <a:pt x="570828" y="5420694"/>
                          <a:pt x="251071" y="5353605"/>
                          <a:pt x="0" y="5408930"/>
                        </a:cubicBezTo>
                        <a:cubicBezTo>
                          <a:pt x="-47583" y="5254958"/>
                          <a:pt x="64181" y="5049352"/>
                          <a:pt x="0" y="4868037"/>
                        </a:cubicBezTo>
                        <a:cubicBezTo>
                          <a:pt x="-64181" y="4686722"/>
                          <a:pt x="26261" y="4613425"/>
                          <a:pt x="0" y="4435323"/>
                        </a:cubicBezTo>
                        <a:cubicBezTo>
                          <a:pt x="-26261" y="4257221"/>
                          <a:pt x="75282" y="3957340"/>
                          <a:pt x="0" y="3786251"/>
                        </a:cubicBezTo>
                        <a:cubicBezTo>
                          <a:pt x="-75282" y="3615162"/>
                          <a:pt x="20800" y="3429198"/>
                          <a:pt x="0" y="3299447"/>
                        </a:cubicBezTo>
                        <a:cubicBezTo>
                          <a:pt x="-20800" y="3169696"/>
                          <a:pt x="34191" y="3049772"/>
                          <a:pt x="0" y="2920822"/>
                        </a:cubicBezTo>
                        <a:cubicBezTo>
                          <a:pt x="-34191" y="2791872"/>
                          <a:pt x="69256" y="2448747"/>
                          <a:pt x="0" y="2325840"/>
                        </a:cubicBezTo>
                        <a:cubicBezTo>
                          <a:pt x="-69256" y="2202933"/>
                          <a:pt x="20413" y="2063097"/>
                          <a:pt x="0" y="1893125"/>
                        </a:cubicBezTo>
                        <a:cubicBezTo>
                          <a:pt x="-20413" y="1723153"/>
                          <a:pt x="35942" y="1566218"/>
                          <a:pt x="0" y="1298143"/>
                        </a:cubicBezTo>
                        <a:cubicBezTo>
                          <a:pt x="-35942" y="1030068"/>
                          <a:pt x="47046" y="786784"/>
                          <a:pt x="0" y="649072"/>
                        </a:cubicBezTo>
                        <a:cubicBezTo>
                          <a:pt x="-47046" y="511360"/>
                          <a:pt x="51685" y="26025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/>
          <a:lstStyle>
            <a:lvl1pPr algn="l">
              <a:buFont typeface="Wingdings" pitchFamily="2" charset="2"/>
              <a:buChar char="Ø"/>
              <a:defRPr sz="2400"/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800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8288000" cy="10287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2569" y="1555749"/>
            <a:ext cx="5797701" cy="2603501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6689" y="2412996"/>
            <a:ext cx="8598641" cy="5901202"/>
          </a:xfrm>
          <a:prstGeom prst="roundRect">
            <a:avLst/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622569" y="4502150"/>
            <a:ext cx="5898680" cy="429895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979657" y="9587758"/>
            <a:ext cx="1485899" cy="457199"/>
          </a:xfrm>
          <a:prstGeom prst="rect">
            <a:avLst/>
          </a:prstGeo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12/24/25</a:t>
            </a:fld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032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443594"/>
            <a:ext cx="18592800" cy="10337803"/>
            <a:chOff x="-203200" y="0"/>
            <a:chExt cx="12395200" cy="689186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11157331">
              <a:off x="240859" y="1875818"/>
              <a:ext cx="3306285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281093" y="1951207"/>
              <a:ext cx="11277600" cy="3617135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-203200" y="35455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6094" y="754992"/>
            <a:ext cx="13247724" cy="1419978"/>
          </a:xfrm>
        </p:spPr>
        <p:txBody>
          <a:bodyPr/>
          <a:lstStyle>
            <a:lvl1pPr>
              <a:defRPr sz="6000"/>
            </a:lvl1pPr>
          </a:lstStyle>
          <a:p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59102" y="3414841"/>
            <a:ext cx="13897616" cy="4336513"/>
          </a:xfrm>
        </p:spPr>
        <p:txBody>
          <a:bodyPr anchor="ctr">
            <a:normAutofit/>
          </a:bodyPr>
          <a:lstStyle>
            <a:lvl1pPr marL="0" indent="0">
              <a:buFont typeface="Wingdings" pitchFamily="2" charset="2"/>
              <a:buChar char="Ø"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6AB5719-D04E-E7F5-A1CA-DCA08120D69B}"/>
              </a:ext>
            </a:extLst>
          </p:cNvPr>
          <p:cNvSpPr/>
          <p:nvPr userDrawn="1"/>
        </p:nvSpPr>
        <p:spPr bwMode="gray">
          <a:xfrm>
            <a:off x="12683412" y="7659745"/>
            <a:ext cx="4959428" cy="661386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84412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2432" y="3905250"/>
            <a:ext cx="13431368" cy="5200650"/>
          </a:xfrm>
        </p:spPr>
        <p:txBody>
          <a:bodyPr numCol="3"/>
          <a:lstStyle>
            <a:lvl1pPr>
              <a:lnSpc>
                <a:spcPct val="100000"/>
              </a:lnSpc>
              <a:defRPr sz="2800" b="1"/>
            </a:lvl1pPr>
            <a:lvl2pPr>
              <a:defRPr sz="3800"/>
            </a:lvl2pPr>
            <a:lvl3pPr>
              <a:defRPr sz="3800"/>
            </a:lvl3pPr>
            <a:lvl4pPr>
              <a:defRPr sz="3800"/>
            </a:lvl4pPr>
            <a:lvl5pPr>
              <a:defRPr sz="3600"/>
            </a:lvl5pPr>
            <a:lvl6pPr>
              <a:defRPr sz="3800"/>
            </a:lvl6pPr>
            <a:lvl7pPr>
              <a:defRPr sz="3800"/>
            </a:lvl7pPr>
            <a:lvl8pPr>
              <a:defRPr sz="3800"/>
            </a:lvl8pPr>
            <a:lvl9pPr>
              <a:defRPr sz="3800"/>
            </a:lvl9pPr>
          </a:lstStyle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979657" y="9587758"/>
            <a:ext cx="1485899" cy="457199"/>
          </a:xfrm>
          <a:prstGeom prst="rect">
            <a:avLst/>
          </a:prstGeom>
        </p:spPr>
        <p:txBody>
          <a:bodyPr/>
          <a:lstStyle/>
          <a:p>
            <a:fld id="{87DE6118-2437-4B30-8E3C-4D2BE6020583}" type="datetimeFigureOut">
              <a:rPr lang="en-US" smtClean="0"/>
              <a:t>12/24/25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1666" y="9587758"/>
            <a:ext cx="5789693" cy="45720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414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723900"/>
            <a:ext cx="18288000" cy="10287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rgbClr val="3B3059">
                    <a:shade val="69000"/>
                    <a:hueMod val="91000"/>
                    <a:satMod val="164000"/>
                    <a:lumMod val="74000"/>
                  </a:srgbClr>
                  <a:srgbClr val="3B3059">
                    <a:hueMod val="124000"/>
                    <a:satMod val="140000"/>
                    <a:lumMod val="142000"/>
                  </a:srgb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3859164"/>
            <a:ext cx="13238487" cy="4016472"/>
          </a:xfrm>
        </p:spPr>
        <p:txBody>
          <a:bodyPr anchor="b"/>
          <a:lstStyle>
            <a:lvl1pPr>
              <a:defRPr sz="9600" b="1"/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528811" y="443594"/>
            <a:ext cx="1257299" cy="1151531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27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304800" y="0"/>
            <a:ext cx="18288000" cy="10287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732432" y="1460502"/>
            <a:ext cx="13142120" cy="10604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3905250"/>
            <a:ext cx="13142120" cy="512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5528811" y="443594"/>
            <a:ext cx="1257299" cy="11515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200" b="0" i="0">
                <a:solidFill>
                  <a:schemeClr val="bg1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98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7" r:id="rId3"/>
    <p:sldLayoutId id="2147483692" r:id="rId4"/>
    <p:sldLayoutId id="2147483694" r:id="rId5"/>
    <p:sldLayoutId id="2147483695" r:id="rId6"/>
    <p:sldLayoutId id="2147483696" r:id="rId7"/>
  </p:sldLayoutIdLst>
  <p:txStyles>
    <p:titleStyle>
      <a:lvl1pPr algn="l" defTabSz="685800" rtl="0" eaLnBrk="1" latinLnBrk="0" hangingPunct="1">
        <a:spcBef>
          <a:spcPct val="0"/>
        </a:spcBef>
        <a:buNone/>
        <a:defRPr sz="54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Wingdings</vt:lpstr>
      <vt:lpstr>Wingdings 3</vt:lpstr>
      <vt:lpstr>Aptos</vt:lpstr>
      <vt:lpstr>Century Gothic</vt:lpstr>
      <vt:lpstr>Ion Boardroom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anjaananju71@gmail.com</cp:lastModifiedBy>
  <cp:revision>334</cp:revision>
  <dcterms:created xsi:type="dcterms:W3CDTF">2006-08-16T00:00:00Z</dcterms:created>
  <dcterms:modified xsi:type="dcterms:W3CDTF">2025-12-23T18:53:45Z</dcterms:modified>
  <dc:identifier>DAG7lG08wj0</dc:identifier>
</cp:coreProperties>
</file>