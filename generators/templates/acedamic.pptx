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Sz cx="18288000" cy="10287000"/>
  <p:notesSz cx="6858000" cy="9144000"/>
  <p:embeddedFontLst>
    <p:embeddedFont>
      <p:font typeface="Broadway" pitchFamily="82" charset="77"/>
      <p:regular r:id="rId2"/>
    </p:embeddedFont>
    <p:embeddedFont>
      <p:font typeface="Corbel" panose="020B0503020204020204" pitchFamily="34" charset="0"/>
      <p:regular r:id="rId3"/>
      <p:bold r:id="rId4"/>
      <p:italic r:id="rId5"/>
      <p:boldItalic r:id="rId6"/>
    </p:embeddedFont>
    <p:embeddedFont>
      <p:font typeface="Engravers MT" panose="02090707080505020304" pitchFamily="18" charset="77"/>
      <p:regular r:id="rId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3730" autoAdjust="0"/>
    <p:restoredTop sz="94679" autoAdjust="0"/>
  </p:normalViewPr>
  <p:slideViewPr>
    <p:cSldViewPr>
      <p:cViewPr varScale="1">
        <p:scale>
          <a:sx n="57" d="100"/>
          <a:sy n="57" d="100"/>
        </p:scale>
        <p:origin x="176" y="9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7.fntdata"/><Relationship Id="rId3" Type="http://schemas.openxmlformats.org/officeDocument/2006/relationships/font" Target="fonts/font2.fntdata"/><Relationship Id="rId7" Type="http://schemas.openxmlformats.org/officeDocument/2006/relationships/font" Target="fonts/font6.fntdata"/><Relationship Id="rId12" Type="http://schemas.openxmlformats.org/officeDocument/2006/relationships/tableStyles" Target="tableStyles.xml"/><Relationship Id="rId2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5.fntdata"/><Relationship Id="rId11" Type="http://schemas.openxmlformats.org/officeDocument/2006/relationships/theme" Target="theme/theme1.xml"/><Relationship Id="rId5" Type="http://schemas.openxmlformats.org/officeDocument/2006/relationships/font" Target="fonts/font4.fntdata"/><Relationship Id="rId10" Type="http://schemas.openxmlformats.org/officeDocument/2006/relationships/viewProps" Target="viewProps.xml"/><Relationship Id="rId4" Type="http://schemas.openxmlformats.org/officeDocument/2006/relationships/font" Target="fonts/font3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0800" y="3009900"/>
            <a:ext cx="9448800" cy="3429000"/>
          </a:xfrm>
        </p:spPr>
        <p:txBody>
          <a:bodyPr/>
          <a:lstStyle>
            <a:lvl1pPr>
              <a:defRPr sz="72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0" y="6665817"/>
            <a:ext cx="7696200" cy="2668683"/>
          </a:xfrm>
        </p:spPr>
        <p:txBody>
          <a:bodyPr numCol="1"/>
          <a:lstStyle>
            <a:lvl1pPr marL="0" indent="0" algn="ctr" rtl="0">
              <a:buNone/>
              <a:defRPr sz="28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176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7">
            <a:extLst>
              <a:ext uri="{FF2B5EF4-FFF2-40B4-BE49-F238E27FC236}">
                <a16:creationId xmlns:a16="http://schemas.microsoft.com/office/drawing/2014/main" id="{F69D7C61-6C47-5682-80A0-C0D4B69B7C7F}"/>
              </a:ext>
            </a:extLst>
          </p:cNvPr>
          <p:cNvGrpSpPr/>
          <p:nvPr userDrawn="1"/>
        </p:nvGrpSpPr>
        <p:grpSpPr>
          <a:xfrm>
            <a:off x="6629400" y="1539622"/>
            <a:ext cx="9186041" cy="7207755"/>
            <a:chOff x="0" y="-38100"/>
            <a:chExt cx="3259624" cy="1391477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332A3BE7-2D6C-3679-6630-FE1E808ABE59}"/>
                </a:ext>
              </a:extLst>
            </p:cNvPr>
            <p:cNvSpPr/>
            <p:nvPr/>
          </p:nvSpPr>
          <p:spPr>
            <a:xfrm>
              <a:off x="0" y="14711"/>
              <a:ext cx="3259624" cy="1338666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75F07D0C-14E9-A3AD-8ECC-037660734809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8100"/>
            <a:ext cx="5410200" cy="2819400"/>
          </a:xfrm>
        </p:spPr>
        <p:txBody>
          <a:bodyPr/>
          <a:lstStyle>
            <a:lvl1pPr>
              <a:defRPr sz="5400"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9399" y="1813178"/>
            <a:ext cx="9186041" cy="6819897"/>
          </a:xfrm>
        </p:spPr>
        <p:txBody>
          <a:bodyPr numCol="1" anchor="ctr"/>
          <a:lstStyle>
            <a:lvl1pPr algn="l" fontAlgn="ctr" hangingPunct="1">
              <a:buFont typeface="Wingdings" pitchFamily="2" charset="2"/>
              <a:buChar char="Ø"/>
              <a:defRPr lang="en-US" sz="2400" dirty="0" smtClean="0">
                <a:latin typeface="Engravers MT" panose="02090707080505020304" pitchFamily="18" charset="77"/>
                <a:cs typeface="Big Caslon Medium" panose="02000603090000020003" pitchFamily="2" charset="-79"/>
              </a:defRPr>
            </a:lvl1pPr>
            <a:lvl2pPr>
              <a:defRPr>
                <a:latin typeface="Segoe Print" panose="02000800000000000000" pitchFamily="2" charset="0"/>
              </a:defRPr>
            </a:lvl2pPr>
            <a:lvl8pPr>
              <a:defRPr sz="3600">
                <a:latin typeface="Segoe Print" panose="02000800000000000000" pitchFamily="2" charset="0"/>
              </a:defRPr>
            </a:lvl8pPr>
          </a:lstStyle>
          <a:p>
            <a:pPr lvl="0"/>
            <a:endParaRPr lang="en-US" baseline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99368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7">
            <a:extLst>
              <a:ext uri="{FF2B5EF4-FFF2-40B4-BE49-F238E27FC236}">
                <a16:creationId xmlns:a16="http://schemas.microsoft.com/office/drawing/2014/main" id="{C67AFEB9-05C4-956A-94BF-BA6B183C8B60}"/>
              </a:ext>
            </a:extLst>
          </p:cNvPr>
          <p:cNvGrpSpPr/>
          <p:nvPr userDrawn="1"/>
        </p:nvGrpSpPr>
        <p:grpSpPr>
          <a:xfrm>
            <a:off x="1498642" y="3064626"/>
            <a:ext cx="4072759" cy="4956037"/>
            <a:chOff x="0" y="0"/>
            <a:chExt cx="3259624" cy="1353377"/>
          </a:xfrm>
        </p:grpSpPr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89AA5AC0-25FA-069B-D810-CBB87D6DBF9C}"/>
                </a:ext>
              </a:extLst>
            </p:cNvPr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US" b="0"/>
            </a:p>
          </p:txBody>
        </p:sp>
        <p:sp>
          <p:nvSpPr>
            <p:cNvPr id="32" name="TextBox 9">
              <a:extLst>
                <a:ext uri="{FF2B5EF4-FFF2-40B4-BE49-F238E27FC236}">
                  <a16:creationId xmlns:a16="http://schemas.microsoft.com/office/drawing/2014/main" id="{A87356EB-DB7B-4943-D3CF-9805AFB93D6C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b="0"/>
            </a:p>
          </p:txBody>
        </p:sp>
      </p:grpSp>
      <p:grpSp>
        <p:nvGrpSpPr>
          <p:cNvPr id="21" name="Group 7">
            <a:extLst>
              <a:ext uri="{FF2B5EF4-FFF2-40B4-BE49-F238E27FC236}">
                <a16:creationId xmlns:a16="http://schemas.microsoft.com/office/drawing/2014/main" id="{5FF35A66-20EE-9601-5B71-B65AAEAA7846}"/>
              </a:ext>
            </a:extLst>
          </p:cNvPr>
          <p:cNvGrpSpPr/>
          <p:nvPr userDrawn="1"/>
        </p:nvGrpSpPr>
        <p:grpSpPr>
          <a:xfrm>
            <a:off x="10205679" y="3027748"/>
            <a:ext cx="4072759" cy="4956037"/>
            <a:chOff x="0" y="0"/>
            <a:chExt cx="3259624" cy="1353377"/>
          </a:xfrm>
        </p:grpSpPr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B8EA78E9-9D4D-3D02-07FF-CBA9F83A23EF}"/>
                </a:ext>
              </a:extLst>
            </p:cNvPr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9">
              <a:extLst>
                <a:ext uri="{FF2B5EF4-FFF2-40B4-BE49-F238E27FC236}">
                  <a16:creationId xmlns:a16="http://schemas.microsoft.com/office/drawing/2014/main" id="{F45ACF79-12F7-1119-97F7-03B0F140408F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7">
            <a:extLst>
              <a:ext uri="{FF2B5EF4-FFF2-40B4-BE49-F238E27FC236}">
                <a16:creationId xmlns:a16="http://schemas.microsoft.com/office/drawing/2014/main" id="{B4B81E9B-050C-10D7-A71D-55EBCCAE582A}"/>
              </a:ext>
            </a:extLst>
          </p:cNvPr>
          <p:cNvGrpSpPr/>
          <p:nvPr userDrawn="1"/>
        </p:nvGrpSpPr>
        <p:grpSpPr>
          <a:xfrm>
            <a:off x="5759447" y="3064626"/>
            <a:ext cx="4072759" cy="4956037"/>
            <a:chOff x="0" y="0"/>
            <a:chExt cx="3259624" cy="1353377"/>
          </a:xfrm>
        </p:grpSpPr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03ABDAC0-351B-5418-509F-4317EFB2BBE4}"/>
                </a:ext>
              </a:extLst>
            </p:cNvPr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9">
              <a:extLst>
                <a:ext uri="{FF2B5EF4-FFF2-40B4-BE49-F238E27FC236}">
                  <a16:creationId xmlns:a16="http://schemas.microsoft.com/office/drawing/2014/main" id="{19692051-2722-03FB-9C63-608C2FFA6396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612" y="1770910"/>
            <a:ext cx="9420594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22759" y="3064626"/>
            <a:ext cx="4038600" cy="4882282"/>
          </a:xfrm>
        </p:spPr>
        <p:txBody>
          <a:bodyPr/>
          <a:lstStyle>
            <a:lvl1pPr algn="l">
              <a:buFont typeface="Wingdings" pitchFamily="2" charset="2"/>
              <a:buChar char="Ø"/>
              <a:defRPr sz="2000"/>
            </a:lvl1pPr>
            <a:lvl2pPr>
              <a:defRPr sz="2400"/>
            </a:lvl2pPr>
            <a:lvl3pPr>
              <a:defRPr sz="2000"/>
            </a:lvl3pPr>
            <a:lvl4pPr algn="ctr" fontAlgn="ctr"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632F926-96CF-07E7-C497-9B597CDB805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793606" y="3092852"/>
            <a:ext cx="4038600" cy="4882282"/>
          </a:xfrm>
        </p:spPr>
        <p:txBody>
          <a:bodyPr/>
          <a:lstStyle>
            <a:lvl1pPr algn="l">
              <a:buFont typeface="Wingdings" pitchFamily="2" charset="2"/>
              <a:buChar char="Ø"/>
              <a:defRPr sz="20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9C4C0A3-131C-4A61-CF90-F6E5D632DEB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515722" y="3092852"/>
            <a:ext cx="4038600" cy="4882282"/>
          </a:xfrm>
        </p:spPr>
        <p:txBody>
          <a:bodyPr/>
          <a:lstStyle>
            <a:lvl1pPr algn="l">
              <a:buFont typeface="Wingdings" pitchFamily="2" charset="2"/>
              <a:buChar char="Ø"/>
              <a:defRPr sz="20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20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id="{20E4CC39-B47C-E353-B2FD-C3471115BDBF}"/>
              </a:ext>
            </a:extLst>
          </p:cNvPr>
          <p:cNvGrpSpPr/>
          <p:nvPr userDrawn="1"/>
        </p:nvGrpSpPr>
        <p:grpSpPr>
          <a:xfrm>
            <a:off x="1479742" y="1309415"/>
            <a:ext cx="6824037" cy="1680895"/>
            <a:chOff x="0" y="0"/>
            <a:chExt cx="3259624" cy="1353377"/>
          </a:xfrm>
        </p:grpSpPr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97AA71FC-0AC8-242A-1097-3815B42A189D}"/>
                </a:ext>
              </a:extLst>
            </p:cNvPr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9">
              <a:extLst>
                <a:ext uri="{FF2B5EF4-FFF2-40B4-BE49-F238E27FC236}">
                  <a16:creationId xmlns:a16="http://schemas.microsoft.com/office/drawing/2014/main" id="{0CB576BA-D07B-E8E1-0F00-F05FA02821B8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" name="Group 7">
            <a:extLst>
              <a:ext uri="{FF2B5EF4-FFF2-40B4-BE49-F238E27FC236}">
                <a16:creationId xmlns:a16="http://schemas.microsoft.com/office/drawing/2014/main" id="{77634BD6-013A-F7D4-8437-571C9E74402E}"/>
              </a:ext>
            </a:extLst>
          </p:cNvPr>
          <p:cNvGrpSpPr/>
          <p:nvPr userDrawn="1"/>
        </p:nvGrpSpPr>
        <p:grpSpPr>
          <a:xfrm>
            <a:off x="659786" y="2849991"/>
            <a:ext cx="10493450" cy="6484444"/>
            <a:chOff x="0" y="-23360"/>
            <a:chExt cx="3668286" cy="1391477"/>
          </a:xfrm>
        </p:grpSpPr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41D83843-25A6-7C7A-EF94-AEEE11E81C51}"/>
                </a:ext>
              </a:extLst>
            </p:cNvPr>
            <p:cNvSpPr/>
            <p:nvPr/>
          </p:nvSpPr>
          <p:spPr>
            <a:xfrm>
              <a:off x="0" y="125415"/>
              <a:ext cx="3019176" cy="1227962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B3C96FB8-E16E-3301-6C7A-09FD29B4EDA1}"/>
                </a:ext>
              </a:extLst>
            </p:cNvPr>
            <p:cNvSpPr txBox="1"/>
            <p:nvPr/>
          </p:nvSpPr>
          <p:spPr>
            <a:xfrm>
              <a:off x="408662" y="-2336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5D74C487-00FF-6EB3-2BB0-BEB75AD9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65598"/>
            <a:ext cx="6779779" cy="16808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F81F814-A9C6-5F51-908E-386E25AFD90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59787" y="3543300"/>
            <a:ext cx="8636614" cy="5663324"/>
          </a:xfrm>
        </p:spPr>
        <p:txBody>
          <a:bodyPr/>
          <a:lstStyle>
            <a:lvl1pPr algn="l">
              <a:lnSpc>
                <a:spcPct val="100000"/>
              </a:lnSpc>
              <a:buFont typeface="Wingdings" pitchFamily="2" charset="2"/>
              <a:buChar char="Ø"/>
              <a:defRPr sz="2400" baseline="0">
                <a:latin typeface="Engravers MT" panose="02090707080505020304" pitchFamily="18" charset="77"/>
                <a:cs typeface="Big Caslon Medium" panose="02000603090000020003" pitchFamily="2" charset="-79"/>
              </a:defRPr>
            </a:lvl1pPr>
            <a:lvl5pPr algn="ctr" fontAlgn="ctr">
              <a:defRPr/>
            </a:lvl5pPr>
          </a:lstStyle>
          <a:p>
            <a:pPr lvl="0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448799" y="3771900"/>
            <a:ext cx="7543801" cy="4994821"/>
          </a:xfrm>
          <a:prstGeom prst="round1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3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7">
            <a:extLst>
              <a:ext uri="{FF2B5EF4-FFF2-40B4-BE49-F238E27FC236}">
                <a16:creationId xmlns:a16="http://schemas.microsoft.com/office/drawing/2014/main" id="{70BE8D65-8128-7799-048A-E4BFE2CC2FD0}"/>
              </a:ext>
            </a:extLst>
          </p:cNvPr>
          <p:cNvGrpSpPr/>
          <p:nvPr userDrawn="1"/>
        </p:nvGrpSpPr>
        <p:grpSpPr>
          <a:xfrm>
            <a:off x="3200400" y="3137676"/>
            <a:ext cx="11674923" cy="5892024"/>
            <a:chOff x="0" y="0"/>
            <a:chExt cx="3259624" cy="1353377"/>
          </a:xfrm>
        </p:grpSpPr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4FC01438-9411-3740-4969-F25A080CD71B}"/>
                </a:ext>
              </a:extLst>
            </p:cNvPr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 numCol="1"/>
            <a:lstStyle/>
            <a:p>
              <a:endParaRPr lang="en-US"/>
            </a:p>
          </p:txBody>
        </p:sp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702D09D2-A86F-48CD-DFF4-C82BD054BFB4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numCol="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3" y="1562100"/>
            <a:ext cx="8537214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18323" y="3242967"/>
            <a:ext cx="11557000" cy="5753130"/>
          </a:xfrm>
        </p:spPr>
        <p:txBody>
          <a:bodyPr numCol="1">
            <a:noAutofit/>
          </a:bodyPr>
          <a:lstStyle>
            <a:lvl1pPr>
              <a:lnSpc>
                <a:spcPct val="150000"/>
              </a:lnSpc>
              <a:buFont typeface="Wingdings" pitchFamily="2" charset="2"/>
              <a:buChar char="Ø"/>
              <a:defRPr lang="en-US" sz="2000" dirty="0"/>
            </a:lvl1pPr>
            <a:lvl2pPr algn="l">
              <a:buFont typeface="Wingdings" pitchFamily="2" charset="2"/>
              <a:buChar char="q"/>
              <a:defRPr sz="2400"/>
            </a:lvl2pPr>
            <a:lvl3pPr>
              <a:defRPr sz="3600"/>
            </a:lvl3pPr>
            <a:lvl4pPr>
              <a:defRPr sz="3600"/>
            </a:lvl4pPr>
            <a:lvl8pPr>
              <a:defRPr sz="3600"/>
            </a:lvl8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92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7">
            <a:extLst>
              <a:ext uri="{FF2B5EF4-FFF2-40B4-BE49-F238E27FC236}">
                <a16:creationId xmlns:a16="http://schemas.microsoft.com/office/drawing/2014/main" id="{DD1D0A8C-7770-603F-E679-107EDE4318C8}"/>
              </a:ext>
            </a:extLst>
          </p:cNvPr>
          <p:cNvGrpSpPr/>
          <p:nvPr userDrawn="1"/>
        </p:nvGrpSpPr>
        <p:grpSpPr>
          <a:xfrm>
            <a:off x="2133600" y="3009900"/>
            <a:ext cx="11734800" cy="7086599"/>
            <a:chOff x="0" y="0"/>
            <a:chExt cx="3259624" cy="1353377"/>
          </a:xfrm>
        </p:grpSpPr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97EC65C8-C916-AE38-F392-8EB7E7270699}"/>
                </a:ext>
              </a:extLst>
            </p:cNvPr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74EE65D0-F940-2687-6499-01CFCC960D0D}"/>
                </a:ext>
              </a:extLst>
            </p:cNvPr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356651"/>
            <a:ext cx="8537214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24100" y="3132403"/>
            <a:ext cx="11353800" cy="6583098"/>
          </a:xfrm>
        </p:spPr>
        <p:txBody>
          <a:bodyPr numCol="2" anchor="t">
            <a:noAutofit/>
          </a:bodyPr>
          <a:lstStyle>
            <a:lvl1pPr>
              <a:lnSpc>
                <a:spcPct val="100000"/>
              </a:lnSpc>
              <a:buFont typeface="+mj-lt"/>
              <a:buAutoNum type="arabicPeriod"/>
              <a:defRPr lang="en-US" sz="2600" b="1" dirty="0"/>
            </a:lvl1pPr>
            <a:lvl2pPr algn="l">
              <a:buFont typeface="Wingdings" pitchFamily="2" charset="2"/>
              <a:buChar char="q"/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buFont typeface="Wingdings" pitchFamily="2" charset="2"/>
              <a:buChar char="q"/>
              <a:defRPr sz="4000"/>
            </a:lvl6pPr>
            <a:lvl7pPr>
              <a:buFont typeface="Wingdings" pitchFamily="2" charset="2"/>
              <a:buChar char="q"/>
              <a:defRPr sz="4000"/>
            </a:lvl7pPr>
            <a:lvl8pPr>
              <a:defRPr sz="4000"/>
            </a:lvl8pPr>
            <a:lvl9pPr>
              <a:buFont typeface="Wingdings" pitchFamily="2" charset="2"/>
              <a:buChar char="q"/>
              <a:defRPr sz="4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27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5200" y="3619500"/>
            <a:ext cx="10058400" cy="3505200"/>
          </a:xfrm>
        </p:spPr>
        <p:txBody>
          <a:bodyPr/>
          <a:lstStyle>
            <a:lvl1pPr>
              <a:defRPr sz="9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80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6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EB9491F7-3953-00F8-D587-61DF74A7B1E0}"/>
              </a:ext>
            </a:extLst>
          </p:cNvPr>
          <p:cNvSpPr/>
          <p:nvPr userDrawn="1"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9F265435-B7EA-169B-C909-8747D69322E5}"/>
              </a:ext>
            </a:extLst>
          </p:cNvPr>
          <p:cNvSpPr/>
          <p:nvPr userDrawn="1"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9771DAFC-0D04-B02A-35DB-F7F1AF032601}"/>
              </a:ext>
            </a:extLst>
          </p:cNvPr>
          <p:cNvSpPr/>
          <p:nvPr userDrawn="1"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DBAEB86-61FA-4536-91DE-57C091D391AA}"/>
              </a:ext>
            </a:extLst>
          </p:cNvPr>
          <p:cNvSpPr/>
          <p:nvPr userDrawn="1"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24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A20BE0-07F3-B12F-6667-169065810B00}"/>
              </a:ext>
            </a:extLst>
          </p:cNvPr>
          <p:cNvSpPr/>
          <p:nvPr userDrawn="1"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24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686800" cy="1227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52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b="1" i="0" kern="1200" baseline="0">
          <a:solidFill>
            <a:schemeClr val="tx1"/>
          </a:solidFill>
          <a:latin typeface="Broadway" pitchFamily="82" charset="77"/>
          <a:ea typeface="+mj-ea"/>
          <a:cs typeface="+mj-cs"/>
        </a:defRPr>
      </a:lvl1pPr>
    </p:titleStyle>
    <p:bodyStyle>
      <a:lvl1pPr marL="571500" indent="-571500" algn="l" defTabSz="914400" rtl="0" eaLnBrk="1" latinLnBrk="0" hangingPunct="1">
        <a:spcBef>
          <a:spcPct val="20000"/>
        </a:spcBef>
        <a:buFont typeface="Wingdings" pitchFamily="2" charset="2"/>
        <a:buChar char="Ø"/>
        <a:defRPr lang="en-US" sz="2800" kern="1200" baseline="0" dirty="0">
          <a:solidFill>
            <a:schemeClr val="tx1"/>
          </a:solidFill>
          <a:latin typeface="Engravers MT" panose="02090707080505020304" pitchFamily="18" charset="77"/>
          <a:ea typeface="+mn-ea"/>
          <a:cs typeface="Big Caslon Medium" panose="02000603090000020003" pitchFamily="2" charset="-79"/>
        </a:defRPr>
      </a:lvl1pPr>
      <a:lvl2pPr marL="4572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2pPr>
      <a:lvl3pPr marL="914400" indent="0" algn="ctr" defTabSz="914400" rtl="0" eaLnBrk="1" latinLnBrk="0" hangingPunct="1">
        <a:spcBef>
          <a:spcPct val="20000"/>
        </a:spcBef>
        <a:buFontTx/>
        <a:buNone/>
        <a:defRPr sz="3600" b="0" i="1" kern="1200" baseline="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3pPr>
      <a:lvl4pPr marL="13716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4pPr>
      <a:lvl5pPr marL="18288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Broadway</vt:lpstr>
      <vt:lpstr>Wingdings</vt:lpstr>
      <vt:lpstr>Corbel</vt:lpstr>
      <vt:lpstr>Segoe Print</vt:lpstr>
      <vt:lpstr>Arial</vt:lpstr>
      <vt:lpstr>Engravers MT</vt:lpstr>
      <vt:lpstr>1_Office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anjaananju71@gmail.com</cp:lastModifiedBy>
  <cp:revision>10</cp:revision>
  <dcterms:created xsi:type="dcterms:W3CDTF">2006-08-16T00:00:00Z</dcterms:created>
  <dcterms:modified xsi:type="dcterms:W3CDTF">2025-12-23T19:06:10Z</dcterms:modified>
  <dc:identifier>DAG7lG08wj0</dc:identifier>
</cp:coreProperties>
</file>