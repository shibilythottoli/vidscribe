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Sz cx="18288000" cy="10287000"/>
  <p:notesSz cx="6858000" cy="9144000"/>
  <p:embeddedFontLst>
    <p:embeddedFont>
      <p:font typeface="Curlz MT" pitchFamily="82" charset="77"/>
      <p:regular r:id="rId2"/>
    </p:embeddedFont>
    <p:embeddedFont>
      <p:font typeface="Dreaming Outloud Script Pro" panose="03050502040304050704" pitchFamily="66" charset="77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0819" autoAdjust="0"/>
    <p:restoredTop sz="94606" autoAdjust="0"/>
  </p:normalViewPr>
  <p:slideViewPr>
    <p:cSldViewPr>
      <p:cViewPr varScale="1">
        <p:scale>
          <a:sx n="52" d="100"/>
          <a:sy n="52" d="100"/>
        </p:scale>
        <p:origin x="200" y="10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2.fntdata"/><Relationship Id="rId7" Type="http://schemas.openxmlformats.org/officeDocument/2006/relationships/tableStyles" Target="tableStyles.xml"/><Relationship Id="rId2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D2FB439E-A75F-3906-E194-DF680F6A6998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75" t="-17316" b="-674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FABCE04D-5A9F-8C33-4ADD-2CE0C6E9B67F}"/>
              </a:ext>
            </a:extLst>
          </p:cNvPr>
          <p:cNvSpPr/>
          <p:nvPr userDrawn="1"/>
        </p:nvSpPr>
        <p:spPr>
          <a:xfrm rot="457206">
            <a:off x="13992620" y="4260078"/>
            <a:ext cx="3580159" cy="3779438"/>
          </a:xfrm>
          <a:custGeom>
            <a:avLst/>
            <a:gdLst/>
            <a:ahLst/>
            <a:cxnLst/>
            <a:rect l="l" t="t" r="r" b="b"/>
            <a:pathLst>
              <a:path w="3580159" h="3779438">
                <a:moveTo>
                  <a:pt x="0" y="0"/>
                </a:moveTo>
                <a:lnTo>
                  <a:pt x="3580159" y="0"/>
                </a:lnTo>
                <a:lnTo>
                  <a:pt x="3580159" y="3779439"/>
                </a:lnTo>
                <a:lnTo>
                  <a:pt x="0" y="37794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EB57F81-E506-F8D4-06C8-8F9F7D1ACAC1}"/>
              </a:ext>
            </a:extLst>
          </p:cNvPr>
          <p:cNvSpPr/>
          <p:nvPr userDrawn="1"/>
        </p:nvSpPr>
        <p:spPr>
          <a:xfrm rot="-733672">
            <a:off x="1115177" y="87664"/>
            <a:ext cx="3800341" cy="4239731"/>
          </a:xfrm>
          <a:custGeom>
            <a:avLst/>
            <a:gdLst/>
            <a:ahLst/>
            <a:cxnLst/>
            <a:rect l="l" t="t" r="r" b="b"/>
            <a:pathLst>
              <a:path w="3800341" h="4239731">
                <a:moveTo>
                  <a:pt x="0" y="0"/>
                </a:moveTo>
                <a:lnTo>
                  <a:pt x="3800342" y="0"/>
                </a:lnTo>
                <a:lnTo>
                  <a:pt x="3800342" y="4239731"/>
                </a:lnTo>
                <a:lnTo>
                  <a:pt x="0" y="4239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5443" y="2809685"/>
            <a:ext cx="7772400" cy="1470025"/>
          </a:xfrm>
        </p:spPr>
        <p:txBody>
          <a:bodyPr/>
          <a:lstStyle>
            <a:lvl1pPr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0" y="51435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71450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162300"/>
            <a:ext cx="11887200" cy="6400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pPr lvl="0"/>
            <a:endParaRPr lang="en-US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AECD6AA6-5278-70E2-B86E-F91B51F5A7E6}"/>
              </a:ext>
            </a:extLst>
          </p:cNvPr>
          <p:cNvSpPr/>
          <p:nvPr userDrawn="1"/>
        </p:nvSpPr>
        <p:spPr>
          <a:xfrm rot="2020003">
            <a:off x="14039067" y="-26071"/>
            <a:ext cx="3800341" cy="4239731"/>
          </a:xfrm>
          <a:custGeom>
            <a:avLst/>
            <a:gdLst/>
            <a:ahLst/>
            <a:cxnLst/>
            <a:rect l="l" t="t" r="r" b="b"/>
            <a:pathLst>
              <a:path w="3800341" h="4239731">
                <a:moveTo>
                  <a:pt x="0" y="0"/>
                </a:moveTo>
                <a:lnTo>
                  <a:pt x="3800342" y="0"/>
                </a:lnTo>
                <a:lnTo>
                  <a:pt x="3800342" y="4239731"/>
                </a:lnTo>
                <a:lnTo>
                  <a:pt x="0" y="4239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6100" y="6591300"/>
            <a:ext cx="4495800" cy="22780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68200" y="4457700"/>
            <a:ext cx="4495800" cy="5239837"/>
          </a:xfrm>
          <a:custGeom>
            <a:avLst/>
            <a:gdLst>
              <a:gd name="csX0" fmla="*/ 0 w 4495800"/>
              <a:gd name="csY0" fmla="*/ 0 h 5239837"/>
              <a:gd name="csX1" fmla="*/ 561975 w 4495800"/>
              <a:gd name="csY1" fmla="*/ 0 h 5239837"/>
              <a:gd name="csX2" fmla="*/ 1213866 w 4495800"/>
              <a:gd name="csY2" fmla="*/ 0 h 5239837"/>
              <a:gd name="csX3" fmla="*/ 1685925 w 4495800"/>
              <a:gd name="csY3" fmla="*/ 0 h 5239837"/>
              <a:gd name="csX4" fmla="*/ 2337816 w 4495800"/>
              <a:gd name="csY4" fmla="*/ 0 h 5239837"/>
              <a:gd name="csX5" fmla="*/ 2944749 w 4495800"/>
              <a:gd name="csY5" fmla="*/ 0 h 5239837"/>
              <a:gd name="csX6" fmla="*/ 3416808 w 4495800"/>
              <a:gd name="csY6" fmla="*/ 0 h 5239837"/>
              <a:gd name="csX7" fmla="*/ 4495800 w 4495800"/>
              <a:gd name="csY7" fmla="*/ 0 h 5239837"/>
              <a:gd name="csX8" fmla="*/ 4495800 w 4495800"/>
              <a:gd name="csY8" fmla="*/ 582204 h 5239837"/>
              <a:gd name="csX9" fmla="*/ 4495800 w 4495800"/>
              <a:gd name="csY9" fmla="*/ 1269205 h 5239837"/>
              <a:gd name="csX10" fmla="*/ 4495800 w 4495800"/>
              <a:gd name="csY10" fmla="*/ 1746612 h 5239837"/>
              <a:gd name="csX11" fmla="*/ 4495800 w 4495800"/>
              <a:gd name="csY11" fmla="*/ 2224020 h 5239837"/>
              <a:gd name="csX12" fmla="*/ 4495800 w 4495800"/>
              <a:gd name="csY12" fmla="*/ 2649029 h 5239837"/>
              <a:gd name="csX13" fmla="*/ 4495800 w 4495800"/>
              <a:gd name="csY13" fmla="*/ 3231233 h 5239837"/>
              <a:gd name="csX14" fmla="*/ 4495800 w 4495800"/>
              <a:gd name="csY14" fmla="*/ 3918234 h 5239837"/>
              <a:gd name="csX15" fmla="*/ 4495800 w 4495800"/>
              <a:gd name="csY15" fmla="*/ 4343243 h 5239837"/>
              <a:gd name="csX16" fmla="*/ 4495800 w 4495800"/>
              <a:gd name="csY16" fmla="*/ 5239837 h 5239837"/>
              <a:gd name="csX17" fmla="*/ 4023741 w 4495800"/>
              <a:gd name="csY17" fmla="*/ 5239837 h 5239837"/>
              <a:gd name="csX18" fmla="*/ 3461766 w 4495800"/>
              <a:gd name="csY18" fmla="*/ 5239837 h 5239837"/>
              <a:gd name="csX19" fmla="*/ 2854833 w 4495800"/>
              <a:gd name="csY19" fmla="*/ 5239837 h 5239837"/>
              <a:gd name="csX20" fmla="*/ 2292858 w 4495800"/>
              <a:gd name="csY20" fmla="*/ 5239837 h 5239837"/>
              <a:gd name="csX21" fmla="*/ 1640967 w 4495800"/>
              <a:gd name="csY21" fmla="*/ 5239837 h 5239837"/>
              <a:gd name="csX22" fmla="*/ 1078992 w 4495800"/>
              <a:gd name="csY22" fmla="*/ 5239837 h 5239837"/>
              <a:gd name="csX23" fmla="*/ 0 w 4495800"/>
              <a:gd name="csY23" fmla="*/ 5239837 h 5239837"/>
              <a:gd name="csX24" fmla="*/ 0 w 4495800"/>
              <a:gd name="csY24" fmla="*/ 4657633 h 5239837"/>
              <a:gd name="csX25" fmla="*/ 0 w 4495800"/>
              <a:gd name="csY25" fmla="*/ 4232624 h 5239837"/>
              <a:gd name="csX26" fmla="*/ 0 w 4495800"/>
              <a:gd name="csY26" fmla="*/ 3598021 h 5239837"/>
              <a:gd name="csX27" fmla="*/ 0 w 4495800"/>
              <a:gd name="csY27" fmla="*/ 2911021 h 5239837"/>
              <a:gd name="csX28" fmla="*/ 0 w 4495800"/>
              <a:gd name="csY28" fmla="*/ 2276418 h 5239837"/>
              <a:gd name="csX29" fmla="*/ 0 w 4495800"/>
              <a:gd name="csY29" fmla="*/ 1641816 h 5239837"/>
              <a:gd name="csX30" fmla="*/ 0 w 4495800"/>
              <a:gd name="csY30" fmla="*/ 1059611 h 5239837"/>
              <a:gd name="csX31" fmla="*/ 0 w 4495800"/>
              <a:gd name="csY31" fmla="*/ 0 h 5239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495800" h="5239837" fill="none" extrusionOk="0">
                <a:moveTo>
                  <a:pt x="0" y="0"/>
                </a:moveTo>
                <a:cubicBezTo>
                  <a:pt x="208675" y="-42910"/>
                  <a:pt x="346207" y="66701"/>
                  <a:pt x="561975" y="0"/>
                </a:cubicBezTo>
                <a:cubicBezTo>
                  <a:pt x="777743" y="-66701"/>
                  <a:pt x="968691" y="2562"/>
                  <a:pt x="1213866" y="0"/>
                </a:cubicBezTo>
                <a:cubicBezTo>
                  <a:pt x="1459041" y="-2562"/>
                  <a:pt x="1521108" y="40023"/>
                  <a:pt x="1685925" y="0"/>
                </a:cubicBezTo>
                <a:cubicBezTo>
                  <a:pt x="1850742" y="-40023"/>
                  <a:pt x="2119334" y="67594"/>
                  <a:pt x="2337816" y="0"/>
                </a:cubicBezTo>
                <a:cubicBezTo>
                  <a:pt x="2556298" y="-67594"/>
                  <a:pt x="2684333" y="55640"/>
                  <a:pt x="2944749" y="0"/>
                </a:cubicBezTo>
                <a:cubicBezTo>
                  <a:pt x="3205165" y="-55640"/>
                  <a:pt x="3284569" y="50809"/>
                  <a:pt x="3416808" y="0"/>
                </a:cubicBezTo>
                <a:cubicBezTo>
                  <a:pt x="3549047" y="-50809"/>
                  <a:pt x="3963298" y="38877"/>
                  <a:pt x="4495800" y="0"/>
                </a:cubicBezTo>
                <a:cubicBezTo>
                  <a:pt x="4500541" y="176123"/>
                  <a:pt x="4476526" y="296657"/>
                  <a:pt x="4495800" y="582204"/>
                </a:cubicBezTo>
                <a:cubicBezTo>
                  <a:pt x="4515074" y="867751"/>
                  <a:pt x="4416735" y="1062333"/>
                  <a:pt x="4495800" y="1269205"/>
                </a:cubicBezTo>
                <a:cubicBezTo>
                  <a:pt x="4574865" y="1476077"/>
                  <a:pt x="4441066" y="1636191"/>
                  <a:pt x="4495800" y="1746612"/>
                </a:cubicBezTo>
                <a:cubicBezTo>
                  <a:pt x="4550534" y="1857033"/>
                  <a:pt x="4462576" y="2044741"/>
                  <a:pt x="4495800" y="2224020"/>
                </a:cubicBezTo>
                <a:cubicBezTo>
                  <a:pt x="4529024" y="2403299"/>
                  <a:pt x="4445982" y="2516153"/>
                  <a:pt x="4495800" y="2649029"/>
                </a:cubicBezTo>
                <a:cubicBezTo>
                  <a:pt x="4545618" y="2781905"/>
                  <a:pt x="4487130" y="3011520"/>
                  <a:pt x="4495800" y="3231233"/>
                </a:cubicBezTo>
                <a:cubicBezTo>
                  <a:pt x="4504470" y="3450946"/>
                  <a:pt x="4476641" y="3598083"/>
                  <a:pt x="4495800" y="3918234"/>
                </a:cubicBezTo>
                <a:cubicBezTo>
                  <a:pt x="4514959" y="4238385"/>
                  <a:pt x="4475558" y="4155495"/>
                  <a:pt x="4495800" y="4343243"/>
                </a:cubicBezTo>
                <a:cubicBezTo>
                  <a:pt x="4516042" y="4530991"/>
                  <a:pt x="4395442" y="4839479"/>
                  <a:pt x="4495800" y="5239837"/>
                </a:cubicBezTo>
                <a:cubicBezTo>
                  <a:pt x="4298277" y="5276078"/>
                  <a:pt x="4195577" y="5194993"/>
                  <a:pt x="4023741" y="5239837"/>
                </a:cubicBezTo>
                <a:cubicBezTo>
                  <a:pt x="3851905" y="5284681"/>
                  <a:pt x="3698826" y="5228626"/>
                  <a:pt x="3461766" y="5239837"/>
                </a:cubicBezTo>
                <a:cubicBezTo>
                  <a:pt x="3224706" y="5251048"/>
                  <a:pt x="3011349" y="5227363"/>
                  <a:pt x="2854833" y="5239837"/>
                </a:cubicBezTo>
                <a:cubicBezTo>
                  <a:pt x="2698317" y="5252311"/>
                  <a:pt x="2526837" y="5182456"/>
                  <a:pt x="2292858" y="5239837"/>
                </a:cubicBezTo>
                <a:cubicBezTo>
                  <a:pt x="2058879" y="5297218"/>
                  <a:pt x="1873804" y="5208166"/>
                  <a:pt x="1640967" y="5239837"/>
                </a:cubicBezTo>
                <a:cubicBezTo>
                  <a:pt x="1408130" y="5271508"/>
                  <a:pt x="1258888" y="5195298"/>
                  <a:pt x="1078992" y="5239837"/>
                </a:cubicBezTo>
                <a:cubicBezTo>
                  <a:pt x="899096" y="5284376"/>
                  <a:pt x="313542" y="5186746"/>
                  <a:pt x="0" y="5239837"/>
                </a:cubicBezTo>
                <a:cubicBezTo>
                  <a:pt x="-44314" y="5079680"/>
                  <a:pt x="4196" y="4859906"/>
                  <a:pt x="0" y="4657633"/>
                </a:cubicBezTo>
                <a:cubicBezTo>
                  <a:pt x="-4196" y="4455360"/>
                  <a:pt x="39977" y="4322823"/>
                  <a:pt x="0" y="4232624"/>
                </a:cubicBezTo>
                <a:cubicBezTo>
                  <a:pt x="-39977" y="4142425"/>
                  <a:pt x="55741" y="3762602"/>
                  <a:pt x="0" y="3598021"/>
                </a:cubicBezTo>
                <a:cubicBezTo>
                  <a:pt x="-55741" y="3433440"/>
                  <a:pt x="45282" y="3183094"/>
                  <a:pt x="0" y="2911021"/>
                </a:cubicBezTo>
                <a:cubicBezTo>
                  <a:pt x="-45282" y="2638948"/>
                  <a:pt x="20490" y="2581696"/>
                  <a:pt x="0" y="2276418"/>
                </a:cubicBezTo>
                <a:cubicBezTo>
                  <a:pt x="-20490" y="1971140"/>
                  <a:pt x="73018" y="1909808"/>
                  <a:pt x="0" y="1641816"/>
                </a:cubicBezTo>
                <a:cubicBezTo>
                  <a:pt x="-73018" y="1373824"/>
                  <a:pt x="61392" y="1320000"/>
                  <a:pt x="0" y="1059611"/>
                </a:cubicBezTo>
                <a:cubicBezTo>
                  <a:pt x="-61392" y="799223"/>
                  <a:pt x="20055" y="412065"/>
                  <a:pt x="0" y="0"/>
                </a:cubicBezTo>
                <a:close/>
              </a:path>
              <a:path w="4495800" h="5239837" stroke="0" extrusionOk="0">
                <a:moveTo>
                  <a:pt x="0" y="0"/>
                </a:moveTo>
                <a:cubicBezTo>
                  <a:pt x="221036" y="-45648"/>
                  <a:pt x="485424" y="73193"/>
                  <a:pt x="651891" y="0"/>
                </a:cubicBezTo>
                <a:cubicBezTo>
                  <a:pt x="818358" y="-73193"/>
                  <a:pt x="920304" y="21676"/>
                  <a:pt x="1123950" y="0"/>
                </a:cubicBezTo>
                <a:cubicBezTo>
                  <a:pt x="1327596" y="-21676"/>
                  <a:pt x="1621539" y="32301"/>
                  <a:pt x="1775841" y="0"/>
                </a:cubicBezTo>
                <a:cubicBezTo>
                  <a:pt x="1930143" y="-32301"/>
                  <a:pt x="2128240" y="910"/>
                  <a:pt x="2247900" y="0"/>
                </a:cubicBezTo>
                <a:cubicBezTo>
                  <a:pt x="2367560" y="-910"/>
                  <a:pt x="2602682" y="12297"/>
                  <a:pt x="2854833" y="0"/>
                </a:cubicBezTo>
                <a:cubicBezTo>
                  <a:pt x="3106984" y="-12297"/>
                  <a:pt x="3173946" y="49108"/>
                  <a:pt x="3326892" y="0"/>
                </a:cubicBezTo>
                <a:cubicBezTo>
                  <a:pt x="3479838" y="-49108"/>
                  <a:pt x="3768261" y="10789"/>
                  <a:pt x="3933825" y="0"/>
                </a:cubicBezTo>
                <a:cubicBezTo>
                  <a:pt x="4099389" y="-10789"/>
                  <a:pt x="4217624" y="53320"/>
                  <a:pt x="4495800" y="0"/>
                </a:cubicBezTo>
                <a:cubicBezTo>
                  <a:pt x="4543600" y="175244"/>
                  <a:pt x="4454755" y="389117"/>
                  <a:pt x="4495800" y="529806"/>
                </a:cubicBezTo>
                <a:cubicBezTo>
                  <a:pt x="4536845" y="670495"/>
                  <a:pt x="4442971" y="918084"/>
                  <a:pt x="4495800" y="1059611"/>
                </a:cubicBezTo>
                <a:cubicBezTo>
                  <a:pt x="4548629" y="1201139"/>
                  <a:pt x="4444642" y="1597573"/>
                  <a:pt x="4495800" y="1746612"/>
                </a:cubicBezTo>
                <a:cubicBezTo>
                  <a:pt x="4546958" y="1895651"/>
                  <a:pt x="4468321" y="2118765"/>
                  <a:pt x="4495800" y="2328816"/>
                </a:cubicBezTo>
                <a:cubicBezTo>
                  <a:pt x="4523279" y="2538867"/>
                  <a:pt x="4457130" y="2701659"/>
                  <a:pt x="4495800" y="2963419"/>
                </a:cubicBezTo>
                <a:cubicBezTo>
                  <a:pt x="4534470" y="3225179"/>
                  <a:pt x="4445960" y="3453672"/>
                  <a:pt x="4495800" y="3650420"/>
                </a:cubicBezTo>
                <a:cubicBezTo>
                  <a:pt x="4545640" y="3847168"/>
                  <a:pt x="4418949" y="4012847"/>
                  <a:pt x="4495800" y="4337421"/>
                </a:cubicBezTo>
                <a:cubicBezTo>
                  <a:pt x="4572651" y="4661995"/>
                  <a:pt x="4449585" y="4847444"/>
                  <a:pt x="4495800" y="5239837"/>
                </a:cubicBezTo>
                <a:cubicBezTo>
                  <a:pt x="4216278" y="5301762"/>
                  <a:pt x="4129712" y="5186917"/>
                  <a:pt x="3843909" y="5239837"/>
                </a:cubicBezTo>
                <a:cubicBezTo>
                  <a:pt x="3558106" y="5292757"/>
                  <a:pt x="3585550" y="5190440"/>
                  <a:pt x="3371850" y="5239837"/>
                </a:cubicBezTo>
                <a:cubicBezTo>
                  <a:pt x="3158150" y="5289234"/>
                  <a:pt x="2942125" y="5234423"/>
                  <a:pt x="2719959" y="5239837"/>
                </a:cubicBezTo>
                <a:cubicBezTo>
                  <a:pt x="2497793" y="5245251"/>
                  <a:pt x="2283596" y="5212480"/>
                  <a:pt x="2157984" y="5239837"/>
                </a:cubicBezTo>
                <a:cubicBezTo>
                  <a:pt x="2032372" y="5267194"/>
                  <a:pt x="1779456" y="5193148"/>
                  <a:pt x="1506093" y="5239837"/>
                </a:cubicBezTo>
                <a:cubicBezTo>
                  <a:pt x="1232730" y="5286526"/>
                  <a:pt x="1155482" y="5187212"/>
                  <a:pt x="854202" y="5239837"/>
                </a:cubicBezTo>
                <a:cubicBezTo>
                  <a:pt x="552922" y="5292462"/>
                  <a:pt x="338069" y="5147391"/>
                  <a:pt x="0" y="5239837"/>
                </a:cubicBezTo>
                <a:cubicBezTo>
                  <a:pt x="-74322" y="5014702"/>
                  <a:pt x="56801" y="4827660"/>
                  <a:pt x="0" y="4552836"/>
                </a:cubicBezTo>
                <a:cubicBezTo>
                  <a:pt x="-56801" y="4278012"/>
                  <a:pt x="324" y="4200675"/>
                  <a:pt x="0" y="4023030"/>
                </a:cubicBezTo>
                <a:cubicBezTo>
                  <a:pt x="-324" y="3845385"/>
                  <a:pt x="53326" y="3729342"/>
                  <a:pt x="0" y="3493225"/>
                </a:cubicBezTo>
                <a:cubicBezTo>
                  <a:pt x="-53326" y="3257108"/>
                  <a:pt x="29560" y="2949852"/>
                  <a:pt x="0" y="2806224"/>
                </a:cubicBezTo>
                <a:cubicBezTo>
                  <a:pt x="-29560" y="2662596"/>
                  <a:pt x="64963" y="2339967"/>
                  <a:pt x="0" y="2171621"/>
                </a:cubicBezTo>
                <a:cubicBezTo>
                  <a:pt x="-64963" y="2003275"/>
                  <a:pt x="47852" y="1810476"/>
                  <a:pt x="0" y="1641816"/>
                </a:cubicBezTo>
                <a:cubicBezTo>
                  <a:pt x="-47852" y="1473156"/>
                  <a:pt x="37117" y="1336166"/>
                  <a:pt x="0" y="1216807"/>
                </a:cubicBezTo>
                <a:cubicBezTo>
                  <a:pt x="-37117" y="1097448"/>
                  <a:pt x="20483" y="769235"/>
                  <a:pt x="0" y="634602"/>
                </a:cubicBezTo>
                <a:cubicBezTo>
                  <a:pt x="-20483" y="499969"/>
                  <a:pt x="67247" y="257700"/>
                  <a:pt x="0" y="0"/>
                </a:cubicBezTo>
                <a:close/>
              </a:path>
            </a:pathLst>
          </a:custGeom>
          <a:ln>
            <a:solidFill>
              <a:schemeClr val="bg2"/>
            </a:solidFill>
            <a:extLst>
              <a:ext uri="{C807C97D-BFC1-408E-A445-0C87EB9F89A2}">
                <ask:lineSketchStyleProps xmlns:ask="http://schemas.microsoft.com/office/drawing/2018/sketchyshapes" sd="18766411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001FB44-A0DC-7616-4150-C1B9AA43721C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1219200" y="4457699"/>
            <a:ext cx="4495800" cy="5239837"/>
          </a:xfrm>
          <a:custGeom>
            <a:avLst/>
            <a:gdLst>
              <a:gd name="csX0" fmla="*/ 0 w 4495800"/>
              <a:gd name="csY0" fmla="*/ 0 h 5239837"/>
              <a:gd name="csX1" fmla="*/ 651891 w 4495800"/>
              <a:gd name="csY1" fmla="*/ 0 h 5239837"/>
              <a:gd name="csX2" fmla="*/ 1123950 w 4495800"/>
              <a:gd name="csY2" fmla="*/ 0 h 5239837"/>
              <a:gd name="csX3" fmla="*/ 1730883 w 4495800"/>
              <a:gd name="csY3" fmla="*/ 0 h 5239837"/>
              <a:gd name="csX4" fmla="*/ 2202942 w 4495800"/>
              <a:gd name="csY4" fmla="*/ 0 h 5239837"/>
              <a:gd name="csX5" fmla="*/ 2764917 w 4495800"/>
              <a:gd name="csY5" fmla="*/ 0 h 5239837"/>
              <a:gd name="csX6" fmla="*/ 3371850 w 4495800"/>
              <a:gd name="csY6" fmla="*/ 0 h 5239837"/>
              <a:gd name="csX7" fmla="*/ 3798951 w 4495800"/>
              <a:gd name="csY7" fmla="*/ 0 h 5239837"/>
              <a:gd name="csX8" fmla="*/ 4495800 w 4495800"/>
              <a:gd name="csY8" fmla="*/ 0 h 5239837"/>
              <a:gd name="csX9" fmla="*/ 4495800 w 4495800"/>
              <a:gd name="csY9" fmla="*/ 687001 h 5239837"/>
              <a:gd name="csX10" fmla="*/ 4495800 w 4495800"/>
              <a:gd name="csY10" fmla="*/ 1374002 h 5239837"/>
              <a:gd name="csX11" fmla="*/ 4495800 w 4495800"/>
              <a:gd name="csY11" fmla="*/ 2008604 h 5239837"/>
              <a:gd name="csX12" fmla="*/ 4495800 w 4495800"/>
              <a:gd name="csY12" fmla="*/ 2538410 h 5239837"/>
              <a:gd name="csX13" fmla="*/ 4495800 w 4495800"/>
              <a:gd name="csY13" fmla="*/ 3173012 h 5239837"/>
              <a:gd name="csX14" fmla="*/ 4495800 w 4495800"/>
              <a:gd name="csY14" fmla="*/ 3650420 h 5239837"/>
              <a:gd name="csX15" fmla="*/ 4495800 w 4495800"/>
              <a:gd name="csY15" fmla="*/ 4232624 h 5239837"/>
              <a:gd name="csX16" fmla="*/ 4495800 w 4495800"/>
              <a:gd name="csY16" fmla="*/ 4657633 h 5239837"/>
              <a:gd name="csX17" fmla="*/ 4495800 w 4495800"/>
              <a:gd name="csY17" fmla="*/ 5239837 h 5239837"/>
              <a:gd name="csX18" fmla="*/ 3933825 w 4495800"/>
              <a:gd name="csY18" fmla="*/ 5239837 h 5239837"/>
              <a:gd name="csX19" fmla="*/ 3326892 w 4495800"/>
              <a:gd name="csY19" fmla="*/ 5239837 h 5239837"/>
              <a:gd name="csX20" fmla="*/ 2719959 w 4495800"/>
              <a:gd name="csY20" fmla="*/ 5239837 h 5239837"/>
              <a:gd name="csX21" fmla="*/ 2247900 w 4495800"/>
              <a:gd name="csY21" fmla="*/ 5239837 h 5239837"/>
              <a:gd name="csX22" fmla="*/ 1596009 w 4495800"/>
              <a:gd name="csY22" fmla="*/ 5239837 h 5239837"/>
              <a:gd name="csX23" fmla="*/ 1034034 w 4495800"/>
              <a:gd name="csY23" fmla="*/ 5239837 h 5239837"/>
              <a:gd name="csX24" fmla="*/ 606933 w 4495800"/>
              <a:gd name="csY24" fmla="*/ 5239837 h 5239837"/>
              <a:gd name="csX25" fmla="*/ 0 w 4495800"/>
              <a:gd name="csY25" fmla="*/ 5239837 h 5239837"/>
              <a:gd name="csX26" fmla="*/ 0 w 4495800"/>
              <a:gd name="csY26" fmla="*/ 4710031 h 5239837"/>
              <a:gd name="csX27" fmla="*/ 0 w 4495800"/>
              <a:gd name="csY27" fmla="*/ 4127827 h 5239837"/>
              <a:gd name="csX28" fmla="*/ 0 w 4495800"/>
              <a:gd name="csY28" fmla="*/ 3440826 h 5239837"/>
              <a:gd name="csX29" fmla="*/ 0 w 4495800"/>
              <a:gd name="csY29" fmla="*/ 2753825 h 5239837"/>
              <a:gd name="csX30" fmla="*/ 0 w 4495800"/>
              <a:gd name="csY30" fmla="*/ 2119223 h 5239837"/>
              <a:gd name="csX31" fmla="*/ 0 w 4495800"/>
              <a:gd name="csY31" fmla="*/ 1589417 h 5239837"/>
              <a:gd name="csX32" fmla="*/ 0 w 4495800"/>
              <a:gd name="csY32" fmla="*/ 1164408 h 5239837"/>
              <a:gd name="csX33" fmla="*/ 0 w 4495800"/>
              <a:gd name="csY33" fmla="*/ 634602 h 5239837"/>
              <a:gd name="csX34" fmla="*/ 0 w 4495800"/>
              <a:gd name="csY34" fmla="*/ 0 h 5239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4495800" h="5239837" fill="none" extrusionOk="0">
                <a:moveTo>
                  <a:pt x="0" y="0"/>
                </a:moveTo>
                <a:cubicBezTo>
                  <a:pt x="204604" y="-76218"/>
                  <a:pt x="428890" y="30408"/>
                  <a:pt x="651891" y="0"/>
                </a:cubicBezTo>
                <a:cubicBezTo>
                  <a:pt x="874892" y="-30408"/>
                  <a:pt x="979215" y="10406"/>
                  <a:pt x="1123950" y="0"/>
                </a:cubicBezTo>
                <a:cubicBezTo>
                  <a:pt x="1268685" y="-10406"/>
                  <a:pt x="1440791" y="5287"/>
                  <a:pt x="1730883" y="0"/>
                </a:cubicBezTo>
                <a:cubicBezTo>
                  <a:pt x="2020975" y="-5287"/>
                  <a:pt x="2089340" y="18557"/>
                  <a:pt x="2202942" y="0"/>
                </a:cubicBezTo>
                <a:cubicBezTo>
                  <a:pt x="2316544" y="-18557"/>
                  <a:pt x="2609446" y="35510"/>
                  <a:pt x="2764917" y="0"/>
                </a:cubicBezTo>
                <a:cubicBezTo>
                  <a:pt x="2920389" y="-35510"/>
                  <a:pt x="3170516" y="6913"/>
                  <a:pt x="3371850" y="0"/>
                </a:cubicBezTo>
                <a:cubicBezTo>
                  <a:pt x="3573184" y="-6913"/>
                  <a:pt x="3639791" y="14758"/>
                  <a:pt x="3798951" y="0"/>
                </a:cubicBezTo>
                <a:cubicBezTo>
                  <a:pt x="3958111" y="-14758"/>
                  <a:pt x="4160558" y="64077"/>
                  <a:pt x="4495800" y="0"/>
                </a:cubicBezTo>
                <a:cubicBezTo>
                  <a:pt x="4495882" y="210706"/>
                  <a:pt x="4480342" y="409011"/>
                  <a:pt x="4495800" y="687001"/>
                </a:cubicBezTo>
                <a:cubicBezTo>
                  <a:pt x="4511258" y="964991"/>
                  <a:pt x="4436828" y="1083551"/>
                  <a:pt x="4495800" y="1374002"/>
                </a:cubicBezTo>
                <a:cubicBezTo>
                  <a:pt x="4554772" y="1664453"/>
                  <a:pt x="4474302" y="1804433"/>
                  <a:pt x="4495800" y="2008604"/>
                </a:cubicBezTo>
                <a:cubicBezTo>
                  <a:pt x="4517298" y="2212775"/>
                  <a:pt x="4483438" y="2323315"/>
                  <a:pt x="4495800" y="2538410"/>
                </a:cubicBezTo>
                <a:cubicBezTo>
                  <a:pt x="4508162" y="2753505"/>
                  <a:pt x="4445518" y="2861396"/>
                  <a:pt x="4495800" y="3173012"/>
                </a:cubicBezTo>
                <a:cubicBezTo>
                  <a:pt x="4546082" y="3484628"/>
                  <a:pt x="4451444" y="3509825"/>
                  <a:pt x="4495800" y="3650420"/>
                </a:cubicBezTo>
                <a:cubicBezTo>
                  <a:pt x="4540156" y="3791015"/>
                  <a:pt x="4458617" y="4031501"/>
                  <a:pt x="4495800" y="4232624"/>
                </a:cubicBezTo>
                <a:cubicBezTo>
                  <a:pt x="4532983" y="4433747"/>
                  <a:pt x="4489401" y="4462293"/>
                  <a:pt x="4495800" y="4657633"/>
                </a:cubicBezTo>
                <a:cubicBezTo>
                  <a:pt x="4502199" y="4852973"/>
                  <a:pt x="4458296" y="5085218"/>
                  <a:pt x="4495800" y="5239837"/>
                </a:cubicBezTo>
                <a:cubicBezTo>
                  <a:pt x="4301683" y="5245923"/>
                  <a:pt x="4096026" y="5216993"/>
                  <a:pt x="3933825" y="5239837"/>
                </a:cubicBezTo>
                <a:cubicBezTo>
                  <a:pt x="3771625" y="5262681"/>
                  <a:pt x="3545063" y="5175761"/>
                  <a:pt x="3326892" y="5239837"/>
                </a:cubicBezTo>
                <a:cubicBezTo>
                  <a:pt x="3108721" y="5303913"/>
                  <a:pt x="2972529" y="5199840"/>
                  <a:pt x="2719959" y="5239837"/>
                </a:cubicBezTo>
                <a:cubicBezTo>
                  <a:pt x="2467389" y="5279834"/>
                  <a:pt x="2404197" y="5195650"/>
                  <a:pt x="2247900" y="5239837"/>
                </a:cubicBezTo>
                <a:cubicBezTo>
                  <a:pt x="2091603" y="5284024"/>
                  <a:pt x="1805267" y="5173837"/>
                  <a:pt x="1596009" y="5239837"/>
                </a:cubicBezTo>
                <a:cubicBezTo>
                  <a:pt x="1386751" y="5305837"/>
                  <a:pt x="1223500" y="5194132"/>
                  <a:pt x="1034034" y="5239837"/>
                </a:cubicBezTo>
                <a:cubicBezTo>
                  <a:pt x="844569" y="5285542"/>
                  <a:pt x="770869" y="5206451"/>
                  <a:pt x="606933" y="5239837"/>
                </a:cubicBezTo>
                <a:cubicBezTo>
                  <a:pt x="442997" y="5273223"/>
                  <a:pt x="193166" y="5202817"/>
                  <a:pt x="0" y="5239837"/>
                </a:cubicBezTo>
                <a:cubicBezTo>
                  <a:pt x="-26856" y="4987506"/>
                  <a:pt x="4096" y="4972505"/>
                  <a:pt x="0" y="4710031"/>
                </a:cubicBezTo>
                <a:cubicBezTo>
                  <a:pt x="-4096" y="4447557"/>
                  <a:pt x="39609" y="4315944"/>
                  <a:pt x="0" y="4127827"/>
                </a:cubicBezTo>
                <a:cubicBezTo>
                  <a:pt x="-39609" y="3939710"/>
                  <a:pt x="47843" y="3624572"/>
                  <a:pt x="0" y="3440826"/>
                </a:cubicBezTo>
                <a:cubicBezTo>
                  <a:pt x="-47843" y="3257080"/>
                  <a:pt x="55823" y="3086267"/>
                  <a:pt x="0" y="2753825"/>
                </a:cubicBezTo>
                <a:cubicBezTo>
                  <a:pt x="-55823" y="2421383"/>
                  <a:pt x="31848" y="2394860"/>
                  <a:pt x="0" y="2119223"/>
                </a:cubicBezTo>
                <a:cubicBezTo>
                  <a:pt x="-31848" y="1843586"/>
                  <a:pt x="8205" y="1743537"/>
                  <a:pt x="0" y="1589417"/>
                </a:cubicBezTo>
                <a:cubicBezTo>
                  <a:pt x="-8205" y="1435297"/>
                  <a:pt x="9724" y="1355982"/>
                  <a:pt x="0" y="1164408"/>
                </a:cubicBezTo>
                <a:cubicBezTo>
                  <a:pt x="-9724" y="972834"/>
                  <a:pt x="55545" y="843495"/>
                  <a:pt x="0" y="634602"/>
                </a:cubicBezTo>
                <a:cubicBezTo>
                  <a:pt x="-55545" y="425709"/>
                  <a:pt x="73440" y="312363"/>
                  <a:pt x="0" y="0"/>
                </a:cubicBezTo>
                <a:close/>
              </a:path>
              <a:path w="4495800" h="5239837" stroke="0" extrusionOk="0">
                <a:moveTo>
                  <a:pt x="0" y="0"/>
                </a:moveTo>
                <a:cubicBezTo>
                  <a:pt x="178580" y="-26920"/>
                  <a:pt x="382579" y="58460"/>
                  <a:pt x="517017" y="0"/>
                </a:cubicBezTo>
                <a:cubicBezTo>
                  <a:pt x="651455" y="-58460"/>
                  <a:pt x="746105" y="18593"/>
                  <a:pt x="944118" y="0"/>
                </a:cubicBezTo>
                <a:cubicBezTo>
                  <a:pt x="1142131" y="-18593"/>
                  <a:pt x="1272379" y="68547"/>
                  <a:pt x="1596009" y="0"/>
                </a:cubicBezTo>
                <a:cubicBezTo>
                  <a:pt x="1919639" y="-68547"/>
                  <a:pt x="1875457" y="18582"/>
                  <a:pt x="2113026" y="0"/>
                </a:cubicBezTo>
                <a:cubicBezTo>
                  <a:pt x="2350595" y="-18582"/>
                  <a:pt x="2375386" y="29212"/>
                  <a:pt x="2630043" y="0"/>
                </a:cubicBezTo>
                <a:cubicBezTo>
                  <a:pt x="2884700" y="-29212"/>
                  <a:pt x="3020326" y="69164"/>
                  <a:pt x="3281934" y="0"/>
                </a:cubicBezTo>
                <a:cubicBezTo>
                  <a:pt x="3543542" y="-69164"/>
                  <a:pt x="3656892" y="47441"/>
                  <a:pt x="3753993" y="0"/>
                </a:cubicBezTo>
                <a:cubicBezTo>
                  <a:pt x="3851094" y="-47441"/>
                  <a:pt x="4191544" y="69192"/>
                  <a:pt x="4495800" y="0"/>
                </a:cubicBezTo>
                <a:cubicBezTo>
                  <a:pt x="4507065" y="138347"/>
                  <a:pt x="4419349" y="374047"/>
                  <a:pt x="4495800" y="687001"/>
                </a:cubicBezTo>
                <a:cubicBezTo>
                  <a:pt x="4572251" y="999955"/>
                  <a:pt x="4443983" y="1040284"/>
                  <a:pt x="4495800" y="1164408"/>
                </a:cubicBezTo>
                <a:cubicBezTo>
                  <a:pt x="4547617" y="1288532"/>
                  <a:pt x="4487531" y="1621018"/>
                  <a:pt x="4495800" y="1746612"/>
                </a:cubicBezTo>
                <a:cubicBezTo>
                  <a:pt x="4504069" y="1872206"/>
                  <a:pt x="4465646" y="2078925"/>
                  <a:pt x="4495800" y="2381215"/>
                </a:cubicBezTo>
                <a:cubicBezTo>
                  <a:pt x="4525954" y="2683505"/>
                  <a:pt x="4476250" y="2646098"/>
                  <a:pt x="4495800" y="2806224"/>
                </a:cubicBezTo>
                <a:cubicBezTo>
                  <a:pt x="4515350" y="2966350"/>
                  <a:pt x="4469658" y="3101583"/>
                  <a:pt x="4495800" y="3388428"/>
                </a:cubicBezTo>
                <a:cubicBezTo>
                  <a:pt x="4521942" y="3675273"/>
                  <a:pt x="4452313" y="3759809"/>
                  <a:pt x="4495800" y="3970632"/>
                </a:cubicBezTo>
                <a:cubicBezTo>
                  <a:pt x="4539287" y="4181455"/>
                  <a:pt x="4460752" y="4283529"/>
                  <a:pt x="4495800" y="4552836"/>
                </a:cubicBezTo>
                <a:cubicBezTo>
                  <a:pt x="4530848" y="4822143"/>
                  <a:pt x="4466416" y="5048772"/>
                  <a:pt x="4495800" y="5239837"/>
                </a:cubicBezTo>
                <a:cubicBezTo>
                  <a:pt x="4272434" y="5264050"/>
                  <a:pt x="4139754" y="5202515"/>
                  <a:pt x="3888867" y="5239837"/>
                </a:cubicBezTo>
                <a:cubicBezTo>
                  <a:pt x="3637980" y="5277159"/>
                  <a:pt x="3631856" y="5220609"/>
                  <a:pt x="3461766" y="5239837"/>
                </a:cubicBezTo>
                <a:cubicBezTo>
                  <a:pt x="3291676" y="5259065"/>
                  <a:pt x="3198859" y="5229320"/>
                  <a:pt x="2989707" y="5239837"/>
                </a:cubicBezTo>
                <a:cubicBezTo>
                  <a:pt x="2780555" y="5250354"/>
                  <a:pt x="2631803" y="5185139"/>
                  <a:pt x="2337816" y="5239837"/>
                </a:cubicBezTo>
                <a:cubicBezTo>
                  <a:pt x="2043829" y="5294535"/>
                  <a:pt x="2003076" y="5196809"/>
                  <a:pt x="1775841" y="5239837"/>
                </a:cubicBezTo>
                <a:cubicBezTo>
                  <a:pt x="1548606" y="5282865"/>
                  <a:pt x="1514970" y="5223029"/>
                  <a:pt x="1303782" y="5239837"/>
                </a:cubicBezTo>
                <a:cubicBezTo>
                  <a:pt x="1092594" y="5256645"/>
                  <a:pt x="1001751" y="5191856"/>
                  <a:pt x="741807" y="5239837"/>
                </a:cubicBezTo>
                <a:cubicBezTo>
                  <a:pt x="481864" y="5287818"/>
                  <a:pt x="190364" y="5181515"/>
                  <a:pt x="0" y="5239837"/>
                </a:cubicBezTo>
                <a:cubicBezTo>
                  <a:pt x="-28847" y="5128961"/>
                  <a:pt x="26689" y="4928739"/>
                  <a:pt x="0" y="4814828"/>
                </a:cubicBezTo>
                <a:cubicBezTo>
                  <a:pt x="-26689" y="4700917"/>
                  <a:pt x="4384" y="4435681"/>
                  <a:pt x="0" y="4180226"/>
                </a:cubicBezTo>
                <a:cubicBezTo>
                  <a:pt x="-4384" y="3924771"/>
                  <a:pt x="38873" y="3816498"/>
                  <a:pt x="0" y="3702818"/>
                </a:cubicBezTo>
                <a:cubicBezTo>
                  <a:pt x="-38873" y="3589138"/>
                  <a:pt x="74084" y="3298359"/>
                  <a:pt x="0" y="3015817"/>
                </a:cubicBezTo>
                <a:cubicBezTo>
                  <a:pt x="-74084" y="2733275"/>
                  <a:pt x="30256" y="2671718"/>
                  <a:pt x="0" y="2486012"/>
                </a:cubicBezTo>
                <a:cubicBezTo>
                  <a:pt x="-30256" y="2300307"/>
                  <a:pt x="6849" y="2183022"/>
                  <a:pt x="0" y="2061003"/>
                </a:cubicBezTo>
                <a:cubicBezTo>
                  <a:pt x="-6849" y="1938984"/>
                  <a:pt x="53758" y="1614313"/>
                  <a:pt x="0" y="1426400"/>
                </a:cubicBezTo>
                <a:cubicBezTo>
                  <a:pt x="-53758" y="1238487"/>
                  <a:pt x="28267" y="1070695"/>
                  <a:pt x="0" y="948993"/>
                </a:cubicBezTo>
                <a:cubicBezTo>
                  <a:pt x="-28267" y="827291"/>
                  <a:pt x="41122" y="414039"/>
                  <a:pt x="0" y="0"/>
                </a:cubicBezTo>
                <a:close/>
              </a:path>
            </a:pathLst>
          </a:custGeom>
          <a:ln>
            <a:solidFill>
              <a:schemeClr val="bg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0BBD30-F412-0FA7-2388-3A9336A549A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763753" y="342900"/>
            <a:ext cx="4495800" cy="5239837"/>
          </a:xfrm>
          <a:custGeom>
            <a:avLst/>
            <a:gdLst>
              <a:gd name="csX0" fmla="*/ 0 w 4495800"/>
              <a:gd name="csY0" fmla="*/ 0 h 5239837"/>
              <a:gd name="csX1" fmla="*/ 427101 w 4495800"/>
              <a:gd name="csY1" fmla="*/ 0 h 5239837"/>
              <a:gd name="csX2" fmla="*/ 989076 w 4495800"/>
              <a:gd name="csY2" fmla="*/ 0 h 5239837"/>
              <a:gd name="csX3" fmla="*/ 1506093 w 4495800"/>
              <a:gd name="csY3" fmla="*/ 0 h 5239837"/>
              <a:gd name="csX4" fmla="*/ 2113026 w 4495800"/>
              <a:gd name="csY4" fmla="*/ 0 h 5239837"/>
              <a:gd name="csX5" fmla="*/ 2540127 w 4495800"/>
              <a:gd name="csY5" fmla="*/ 0 h 5239837"/>
              <a:gd name="csX6" fmla="*/ 3012186 w 4495800"/>
              <a:gd name="csY6" fmla="*/ 0 h 5239837"/>
              <a:gd name="csX7" fmla="*/ 3619119 w 4495800"/>
              <a:gd name="csY7" fmla="*/ 0 h 5239837"/>
              <a:gd name="csX8" fmla="*/ 4495800 w 4495800"/>
              <a:gd name="csY8" fmla="*/ 0 h 5239837"/>
              <a:gd name="csX9" fmla="*/ 4495800 w 4495800"/>
              <a:gd name="csY9" fmla="*/ 582204 h 5239837"/>
              <a:gd name="csX10" fmla="*/ 4495800 w 4495800"/>
              <a:gd name="csY10" fmla="*/ 1164408 h 5239837"/>
              <a:gd name="csX11" fmla="*/ 4495800 w 4495800"/>
              <a:gd name="csY11" fmla="*/ 1589417 h 5239837"/>
              <a:gd name="csX12" fmla="*/ 4495800 w 4495800"/>
              <a:gd name="csY12" fmla="*/ 2014426 h 5239837"/>
              <a:gd name="csX13" fmla="*/ 4495800 w 4495800"/>
              <a:gd name="csY13" fmla="*/ 2491834 h 5239837"/>
              <a:gd name="csX14" fmla="*/ 4495800 w 4495800"/>
              <a:gd name="csY14" fmla="*/ 2916843 h 5239837"/>
              <a:gd name="csX15" fmla="*/ 4495800 w 4495800"/>
              <a:gd name="csY15" fmla="*/ 3341852 h 5239837"/>
              <a:gd name="csX16" fmla="*/ 4495800 w 4495800"/>
              <a:gd name="csY16" fmla="*/ 3871657 h 5239837"/>
              <a:gd name="csX17" fmla="*/ 4495800 w 4495800"/>
              <a:gd name="csY17" fmla="*/ 4453861 h 5239837"/>
              <a:gd name="csX18" fmla="*/ 4495800 w 4495800"/>
              <a:gd name="csY18" fmla="*/ 5239837 h 5239837"/>
              <a:gd name="csX19" fmla="*/ 4023741 w 4495800"/>
              <a:gd name="csY19" fmla="*/ 5239837 h 5239837"/>
              <a:gd name="csX20" fmla="*/ 3551682 w 4495800"/>
              <a:gd name="csY20" fmla="*/ 5239837 h 5239837"/>
              <a:gd name="csX21" fmla="*/ 3079623 w 4495800"/>
              <a:gd name="csY21" fmla="*/ 5239837 h 5239837"/>
              <a:gd name="csX22" fmla="*/ 2517648 w 4495800"/>
              <a:gd name="csY22" fmla="*/ 5239837 h 5239837"/>
              <a:gd name="csX23" fmla="*/ 2045589 w 4495800"/>
              <a:gd name="csY23" fmla="*/ 5239837 h 5239837"/>
              <a:gd name="csX24" fmla="*/ 1528572 w 4495800"/>
              <a:gd name="csY24" fmla="*/ 5239837 h 5239837"/>
              <a:gd name="csX25" fmla="*/ 1101471 w 4495800"/>
              <a:gd name="csY25" fmla="*/ 5239837 h 5239837"/>
              <a:gd name="csX26" fmla="*/ 494538 w 4495800"/>
              <a:gd name="csY26" fmla="*/ 5239837 h 5239837"/>
              <a:gd name="csX27" fmla="*/ 0 w 4495800"/>
              <a:gd name="csY27" fmla="*/ 5239837 h 5239837"/>
              <a:gd name="csX28" fmla="*/ 0 w 4495800"/>
              <a:gd name="csY28" fmla="*/ 4762430 h 5239837"/>
              <a:gd name="csX29" fmla="*/ 0 w 4495800"/>
              <a:gd name="csY29" fmla="*/ 4285022 h 5239837"/>
              <a:gd name="csX30" fmla="*/ 0 w 4495800"/>
              <a:gd name="csY30" fmla="*/ 3598021 h 5239837"/>
              <a:gd name="csX31" fmla="*/ 0 w 4495800"/>
              <a:gd name="csY31" fmla="*/ 2911021 h 5239837"/>
              <a:gd name="csX32" fmla="*/ 0 w 4495800"/>
              <a:gd name="csY32" fmla="*/ 2276418 h 5239837"/>
              <a:gd name="csX33" fmla="*/ 0 w 4495800"/>
              <a:gd name="csY33" fmla="*/ 1641816 h 5239837"/>
              <a:gd name="csX34" fmla="*/ 0 w 4495800"/>
              <a:gd name="csY34" fmla="*/ 1164408 h 5239837"/>
              <a:gd name="csX35" fmla="*/ 0 w 4495800"/>
              <a:gd name="csY35" fmla="*/ 0 h 5239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4495800" h="5239837" fill="none" extrusionOk="0">
                <a:moveTo>
                  <a:pt x="0" y="0"/>
                </a:moveTo>
                <a:cubicBezTo>
                  <a:pt x="170872" y="-32856"/>
                  <a:pt x="252646" y="25857"/>
                  <a:pt x="427101" y="0"/>
                </a:cubicBezTo>
                <a:cubicBezTo>
                  <a:pt x="601556" y="-25857"/>
                  <a:pt x="777668" y="66378"/>
                  <a:pt x="989076" y="0"/>
                </a:cubicBezTo>
                <a:cubicBezTo>
                  <a:pt x="1200484" y="-66378"/>
                  <a:pt x="1383445" y="41991"/>
                  <a:pt x="1506093" y="0"/>
                </a:cubicBezTo>
                <a:cubicBezTo>
                  <a:pt x="1628741" y="-41991"/>
                  <a:pt x="1838145" y="51547"/>
                  <a:pt x="2113026" y="0"/>
                </a:cubicBezTo>
                <a:cubicBezTo>
                  <a:pt x="2387907" y="-51547"/>
                  <a:pt x="2334916" y="22954"/>
                  <a:pt x="2540127" y="0"/>
                </a:cubicBezTo>
                <a:cubicBezTo>
                  <a:pt x="2745338" y="-22954"/>
                  <a:pt x="2879964" y="39458"/>
                  <a:pt x="3012186" y="0"/>
                </a:cubicBezTo>
                <a:cubicBezTo>
                  <a:pt x="3144408" y="-39458"/>
                  <a:pt x="3423001" y="26606"/>
                  <a:pt x="3619119" y="0"/>
                </a:cubicBezTo>
                <a:cubicBezTo>
                  <a:pt x="3815237" y="-26606"/>
                  <a:pt x="4069318" y="25968"/>
                  <a:pt x="4495800" y="0"/>
                </a:cubicBezTo>
                <a:cubicBezTo>
                  <a:pt x="4505466" y="208353"/>
                  <a:pt x="4476938" y="310623"/>
                  <a:pt x="4495800" y="582204"/>
                </a:cubicBezTo>
                <a:cubicBezTo>
                  <a:pt x="4514662" y="853785"/>
                  <a:pt x="4493907" y="882221"/>
                  <a:pt x="4495800" y="1164408"/>
                </a:cubicBezTo>
                <a:cubicBezTo>
                  <a:pt x="4497693" y="1446595"/>
                  <a:pt x="4476114" y="1413087"/>
                  <a:pt x="4495800" y="1589417"/>
                </a:cubicBezTo>
                <a:cubicBezTo>
                  <a:pt x="4515486" y="1765747"/>
                  <a:pt x="4477171" y="1889518"/>
                  <a:pt x="4495800" y="2014426"/>
                </a:cubicBezTo>
                <a:cubicBezTo>
                  <a:pt x="4514429" y="2139334"/>
                  <a:pt x="4475522" y="2309961"/>
                  <a:pt x="4495800" y="2491834"/>
                </a:cubicBezTo>
                <a:cubicBezTo>
                  <a:pt x="4516078" y="2673707"/>
                  <a:pt x="4462506" y="2815755"/>
                  <a:pt x="4495800" y="2916843"/>
                </a:cubicBezTo>
                <a:cubicBezTo>
                  <a:pt x="4529094" y="3017931"/>
                  <a:pt x="4487503" y="3254347"/>
                  <a:pt x="4495800" y="3341852"/>
                </a:cubicBezTo>
                <a:cubicBezTo>
                  <a:pt x="4504097" y="3429357"/>
                  <a:pt x="4483195" y="3639255"/>
                  <a:pt x="4495800" y="3871657"/>
                </a:cubicBezTo>
                <a:cubicBezTo>
                  <a:pt x="4508405" y="4104060"/>
                  <a:pt x="4456254" y="4218461"/>
                  <a:pt x="4495800" y="4453861"/>
                </a:cubicBezTo>
                <a:cubicBezTo>
                  <a:pt x="4535346" y="4689261"/>
                  <a:pt x="4422363" y="5079392"/>
                  <a:pt x="4495800" y="5239837"/>
                </a:cubicBezTo>
                <a:cubicBezTo>
                  <a:pt x="4306284" y="5246378"/>
                  <a:pt x="4130958" y="5214901"/>
                  <a:pt x="4023741" y="5239837"/>
                </a:cubicBezTo>
                <a:cubicBezTo>
                  <a:pt x="3916524" y="5264773"/>
                  <a:pt x="3691204" y="5221212"/>
                  <a:pt x="3551682" y="5239837"/>
                </a:cubicBezTo>
                <a:cubicBezTo>
                  <a:pt x="3412160" y="5258462"/>
                  <a:pt x="3233881" y="5225836"/>
                  <a:pt x="3079623" y="5239837"/>
                </a:cubicBezTo>
                <a:cubicBezTo>
                  <a:pt x="2925365" y="5253838"/>
                  <a:pt x="2676467" y="5182586"/>
                  <a:pt x="2517648" y="5239837"/>
                </a:cubicBezTo>
                <a:cubicBezTo>
                  <a:pt x="2358829" y="5297088"/>
                  <a:pt x="2247009" y="5201134"/>
                  <a:pt x="2045589" y="5239837"/>
                </a:cubicBezTo>
                <a:cubicBezTo>
                  <a:pt x="1844169" y="5278540"/>
                  <a:pt x="1688415" y="5234427"/>
                  <a:pt x="1528572" y="5239837"/>
                </a:cubicBezTo>
                <a:cubicBezTo>
                  <a:pt x="1368729" y="5245247"/>
                  <a:pt x="1287394" y="5233966"/>
                  <a:pt x="1101471" y="5239837"/>
                </a:cubicBezTo>
                <a:cubicBezTo>
                  <a:pt x="915548" y="5245708"/>
                  <a:pt x="642527" y="5226775"/>
                  <a:pt x="494538" y="5239837"/>
                </a:cubicBezTo>
                <a:cubicBezTo>
                  <a:pt x="346549" y="5252899"/>
                  <a:pt x="161576" y="5216352"/>
                  <a:pt x="0" y="5239837"/>
                </a:cubicBezTo>
                <a:cubicBezTo>
                  <a:pt x="-41184" y="5102361"/>
                  <a:pt x="22173" y="4895435"/>
                  <a:pt x="0" y="4762430"/>
                </a:cubicBezTo>
                <a:cubicBezTo>
                  <a:pt x="-22173" y="4629425"/>
                  <a:pt x="21430" y="4396340"/>
                  <a:pt x="0" y="4285022"/>
                </a:cubicBezTo>
                <a:cubicBezTo>
                  <a:pt x="-21430" y="4173704"/>
                  <a:pt x="8960" y="3922369"/>
                  <a:pt x="0" y="3598021"/>
                </a:cubicBezTo>
                <a:cubicBezTo>
                  <a:pt x="-8960" y="3273673"/>
                  <a:pt x="36489" y="3153226"/>
                  <a:pt x="0" y="2911021"/>
                </a:cubicBezTo>
                <a:cubicBezTo>
                  <a:pt x="-36489" y="2668816"/>
                  <a:pt x="36414" y="2493010"/>
                  <a:pt x="0" y="2276418"/>
                </a:cubicBezTo>
                <a:cubicBezTo>
                  <a:pt x="-36414" y="2059826"/>
                  <a:pt x="17063" y="1812739"/>
                  <a:pt x="0" y="1641816"/>
                </a:cubicBezTo>
                <a:cubicBezTo>
                  <a:pt x="-17063" y="1470893"/>
                  <a:pt x="55630" y="1329802"/>
                  <a:pt x="0" y="1164408"/>
                </a:cubicBezTo>
                <a:cubicBezTo>
                  <a:pt x="-55630" y="999014"/>
                  <a:pt x="21789" y="420913"/>
                  <a:pt x="0" y="0"/>
                </a:cubicBezTo>
                <a:close/>
              </a:path>
              <a:path w="4495800" h="5239837" stroke="0" extrusionOk="0">
                <a:moveTo>
                  <a:pt x="0" y="0"/>
                </a:moveTo>
                <a:cubicBezTo>
                  <a:pt x="250035" y="-52087"/>
                  <a:pt x="343386" y="47134"/>
                  <a:pt x="561975" y="0"/>
                </a:cubicBezTo>
                <a:cubicBezTo>
                  <a:pt x="780565" y="-47134"/>
                  <a:pt x="896293" y="25752"/>
                  <a:pt x="989076" y="0"/>
                </a:cubicBezTo>
                <a:cubicBezTo>
                  <a:pt x="1081859" y="-25752"/>
                  <a:pt x="1354153" y="64307"/>
                  <a:pt x="1551051" y="0"/>
                </a:cubicBezTo>
                <a:cubicBezTo>
                  <a:pt x="1747950" y="-64307"/>
                  <a:pt x="1938469" y="73534"/>
                  <a:pt x="2202942" y="0"/>
                </a:cubicBezTo>
                <a:cubicBezTo>
                  <a:pt x="2467415" y="-73534"/>
                  <a:pt x="2639618" y="41970"/>
                  <a:pt x="2854833" y="0"/>
                </a:cubicBezTo>
                <a:cubicBezTo>
                  <a:pt x="3070048" y="-41970"/>
                  <a:pt x="3179060" y="8984"/>
                  <a:pt x="3371850" y="0"/>
                </a:cubicBezTo>
                <a:cubicBezTo>
                  <a:pt x="3564640" y="-8984"/>
                  <a:pt x="3644482" y="19385"/>
                  <a:pt x="3843909" y="0"/>
                </a:cubicBezTo>
                <a:cubicBezTo>
                  <a:pt x="4043336" y="-19385"/>
                  <a:pt x="4255851" y="72942"/>
                  <a:pt x="4495800" y="0"/>
                </a:cubicBezTo>
                <a:cubicBezTo>
                  <a:pt x="4560948" y="175457"/>
                  <a:pt x="4487156" y="409577"/>
                  <a:pt x="4495800" y="582204"/>
                </a:cubicBezTo>
                <a:cubicBezTo>
                  <a:pt x="4504444" y="754831"/>
                  <a:pt x="4473412" y="924311"/>
                  <a:pt x="4495800" y="1112010"/>
                </a:cubicBezTo>
                <a:cubicBezTo>
                  <a:pt x="4518188" y="1299709"/>
                  <a:pt x="4467846" y="1512932"/>
                  <a:pt x="4495800" y="1641816"/>
                </a:cubicBezTo>
                <a:cubicBezTo>
                  <a:pt x="4523754" y="1770700"/>
                  <a:pt x="4483999" y="2069467"/>
                  <a:pt x="4495800" y="2224020"/>
                </a:cubicBezTo>
                <a:cubicBezTo>
                  <a:pt x="4507601" y="2378573"/>
                  <a:pt x="4439060" y="2581924"/>
                  <a:pt x="4495800" y="2806224"/>
                </a:cubicBezTo>
                <a:cubicBezTo>
                  <a:pt x="4552540" y="3030524"/>
                  <a:pt x="4426384" y="3218878"/>
                  <a:pt x="4495800" y="3388428"/>
                </a:cubicBezTo>
                <a:cubicBezTo>
                  <a:pt x="4565216" y="3557978"/>
                  <a:pt x="4472225" y="3863165"/>
                  <a:pt x="4495800" y="4023030"/>
                </a:cubicBezTo>
                <a:cubicBezTo>
                  <a:pt x="4519375" y="4182895"/>
                  <a:pt x="4440592" y="4519998"/>
                  <a:pt x="4495800" y="4657633"/>
                </a:cubicBezTo>
                <a:cubicBezTo>
                  <a:pt x="4551008" y="4795268"/>
                  <a:pt x="4438294" y="5118555"/>
                  <a:pt x="4495800" y="5239837"/>
                </a:cubicBezTo>
                <a:cubicBezTo>
                  <a:pt x="4305701" y="5280246"/>
                  <a:pt x="4188310" y="5181035"/>
                  <a:pt x="3888867" y="5239837"/>
                </a:cubicBezTo>
                <a:cubicBezTo>
                  <a:pt x="3589424" y="5298639"/>
                  <a:pt x="3551903" y="5234987"/>
                  <a:pt x="3371850" y="5239837"/>
                </a:cubicBezTo>
                <a:cubicBezTo>
                  <a:pt x="3191797" y="5244687"/>
                  <a:pt x="3083503" y="5199171"/>
                  <a:pt x="2809875" y="5239837"/>
                </a:cubicBezTo>
                <a:cubicBezTo>
                  <a:pt x="2536247" y="5280503"/>
                  <a:pt x="2434452" y="5198822"/>
                  <a:pt x="2292858" y="5239837"/>
                </a:cubicBezTo>
                <a:cubicBezTo>
                  <a:pt x="2151264" y="5280852"/>
                  <a:pt x="1813810" y="5198655"/>
                  <a:pt x="1685925" y="5239837"/>
                </a:cubicBezTo>
                <a:cubicBezTo>
                  <a:pt x="1558040" y="5281019"/>
                  <a:pt x="1429218" y="5196240"/>
                  <a:pt x="1213866" y="5239837"/>
                </a:cubicBezTo>
                <a:cubicBezTo>
                  <a:pt x="998514" y="5283434"/>
                  <a:pt x="805592" y="5237003"/>
                  <a:pt x="696849" y="5239837"/>
                </a:cubicBezTo>
                <a:cubicBezTo>
                  <a:pt x="588106" y="5242671"/>
                  <a:pt x="160702" y="5194107"/>
                  <a:pt x="0" y="5239837"/>
                </a:cubicBezTo>
                <a:cubicBezTo>
                  <a:pt x="-54682" y="5083102"/>
                  <a:pt x="32152" y="4958086"/>
                  <a:pt x="0" y="4710031"/>
                </a:cubicBezTo>
                <a:cubicBezTo>
                  <a:pt x="-32152" y="4461976"/>
                  <a:pt x="46544" y="4458761"/>
                  <a:pt x="0" y="4285022"/>
                </a:cubicBezTo>
                <a:cubicBezTo>
                  <a:pt x="-46544" y="4111283"/>
                  <a:pt x="7733" y="3885122"/>
                  <a:pt x="0" y="3598021"/>
                </a:cubicBezTo>
                <a:cubicBezTo>
                  <a:pt x="-7733" y="3310920"/>
                  <a:pt x="714" y="3327167"/>
                  <a:pt x="0" y="3173012"/>
                </a:cubicBezTo>
                <a:cubicBezTo>
                  <a:pt x="-714" y="3018857"/>
                  <a:pt x="46521" y="2917731"/>
                  <a:pt x="0" y="2695605"/>
                </a:cubicBezTo>
                <a:cubicBezTo>
                  <a:pt x="-46521" y="2473479"/>
                  <a:pt x="4848" y="2410594"/>
                  <a:pt x="0" y="2270596"/>
                </a:cubicBezTo>
                <a:cubicBezTo>
                  <a:pt x="-4848" y="2130598"/>
                  <a:pt x="19604" y="1948027"/>
                  <a:pt x="0" y="1793189"/>
                </a:cubicBezTo>
                <a:cubicBezTo>
                  <a:pt x="-19604" y="1638351"/>
                  <a:pt x="33505" y="1404693"/>
                  <a:pt x="0" y="1106188"/>
                </a:cubicBezTo>
                <a:cubicBezTo>
                  <a:pt x="-33505" y="807683"/>
                  <a:pt x="41722" y="809498"/>
                  <a:pt x="0" y="681179"/>
                </a:cubicBezTo>
                <a:cubicBezTo>
                  <a:pt x="-41722" y="552860"/>
                  <a:pt x="44851" y="332653"/>
                  <a:pt x="0" y="0"/>
                </a:cubicBezTo>
                <a:close/>
              </a:path>
            </a:pathLst>
          </a:custGeom>
          <a:ln>
            <a:solidFill>
              <a:schemeClr val="bg2"/>
            </a:solidFill>
            <a:extLst>
              <a:ext uri="{C807C97D-BFC1-408E-A445-0C87EB9F89A2}">
                <ask:lineSketchStyleProps xmlns:ask="http://schemas.microsoft.com/office/drawing/2018/sketchyshapes" sd="217927124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78ACE7B1-9727-450F-9006-2B7BDF7885CF}"/>
              </a:ext>
            </a:extLst>
          </p:cNvPr>
          <p:cNvSpPr/>
          <p:nvPr userDrawn="1"/>
        </p:nvSpPr>
        <p:spPr>
          <a:xfrm rot="457206">
            <a:off x="1896054" y="30184"/>
            <a:ext cx="3580159" cy="3779438"/>
          </a:xfrm>
          <a:custGeom>
            <a:avLst/>
            <a:gdLst/>
            <a:ahLst/>
            <a:cxnLst/>
            <a:rect l="l" t="t" r="r" b="b"/>
            <a:pathLst>
              <a:path w="3580159" h="3779438">
                <a:moveTo>
                  <a:pt x="0" y="0"/>
                </a:moveTo>
                <a:lnTo>
                  <a:pt x="3580159" y="0"/>
                </a:lnTo>
                <a:lnTo>
                  <a:pt x="3580159" y="3779439"/>
                </a:lnTo>
                <a:lnTo>
                  <a:pt x="0" y="3779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4">
            <a:extLst>
              <a:ext uri="{FF2B5EF4-FFF2-40B4-BE49-F238E27FC236}">
                <a16:creationId xmlns:a16="http://schemas.microsoft.com/office/drawing/2014/main" id="{21A4E3D8-E7D3-8155-8715-846CFE263473}"/>
              </a:ext>
            </a:extLst>
          </p:cNvPr>
          <p:cNvSpPr/>
          <p:nvPr userDrawn="1"/>
        </p:nvSpPr>
        <p:spPr>
          <a:xfrm rot="457206">
            <a:off x="197705" y="-830633"/>
            <a:ext cx="3580159" cy="3779438"/>
          </a:xfrm>
          <a:custGeom>
            <a:avLst/>
            <a:gdLst/>
            <a:ahLst/>
            <a:cxnLst/>
            <a:rect l="l" t="t" r="r" b="b"/>
            <a:pathLst>
              <a:path w="3580159" h="3779438">
                <a:moveTo>
                  <a:pt x="0" y="0"/>
                </a:moveTo>
                <a:lnTo>
                  <a:pt x="3580159" y="0"/>
                </a:lnTo>
                <a:lnTo>
                  <a:pt x="3580159" y="3779439"/>
                </a:lnTo>
                <a:lnTo>
                  <a:pt x="0" y="3779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4434" y="374561"/>
            <a:ext cx="6297827" cy="2289732"/>
          </a:xfrm>
        </p:spPr>
        <p:txBody>
          <a:bodyPr anchor="b"/>
          <a:lstStyle>
            <a:lvl1pPr algn="l">
              <a:defRPr sz="4400" b="1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3169489"/>
            <a:ext cx="10135061" cy="6742950"/>
          </a:xfrm>
          <a:prstGeom prst="roundRect">
            <a:avLst/>
          </a:prstGeo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0" y="2838584"/>
            <a:ext cx="7021052" cy="70277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Wingdings" pitchFamily="2" charset="2"/>
              <a:buChar char="ü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15" name="Freeform 4">
            <a:extLst>
              <a:ext uri="{FF2B5EF4-FFF2-40B4-BE49-F238E27FC236}">
                <a16:creationId xmlns:a16="http://schemas.microsoft.com/office/drawing/2014/main" id="{15EC38E8-6806-ABFE-7015-27AA4CF6DE2C}"/>
              </a:ext>
            </a:extLst>
          </p:cNvPr>
          <p:cNvSpPr/>
          <p:nvPr userDrawn="1"/>
        </p:nvSpPr>
        <p:spPr>
          <a:xfrm rot="-141864">
            <a:off x="14607468" y="-263323"/>
            <a:ext cx="3024223" cy="2644820"/>
          </a:xfrm>
          <a:custGeom>
            <a:avLst/>
            <a:gdLst/>
            <a:ahLst/>
            <a:cxnLst/>
            <a:rect l="l" t="t" r="r" b="b"/>
            <a:pathLst>
              <a:path w="3024223" h="2644820">
                <a:moveTo>
                  <a:pt x="0" y="0"/>
                </a:moveTo>
                <a:lnTo>
                  <a:pt x="3024223" y="0"/>
                </a:lnTo>
                <a:lnTo>
                  <a:pt x="3024223" y="2644821"/>
                </a:lnTo>
                <a:lnTo>
                  <a:pt x="0" y="2644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71450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162300"/>
            <a:ext cx="11887200" cy="6400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pPr lvl="0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485E554-1B40-740B-B64C-7EA0E77FADDB}"/>
              </a:ext>
            </a:extLst>
          </p:cNvPr>
          <p:cNvSpPr/>
          <p:nvPr userDrawn="1"/>
        </p:nvSpPr>
        <p:spPr>
          <a:xfrm rot="20161618">
            <a:off x="13057941" y="5157630"/>
            <a:ext cx="3860012" cy="4706933"/>
          </a:xfrm>
          <a:custGeom>
            <a:avLst/>
            <a:gdLst/>
            <a:ahLst/>
            <a:cxnLst/>
            <a:rect l="l" t="t" r="r" b="b"/>
            <a:pathLst>
              <a:path w="6139036" h="6876720">
                <a:moveTo>
                  <a:pt x="0" y="0"/>
                </a:moveTo>
                <a:lnTo>
                  <a:pt x="6139036" y="0"/>
                </a:lnTo>
                <a:lnTo>
                  <a:pt x="6139036" y="6876720"/>
                </a:lnTo>
                <a:lnTo>
                  <a:pt x="0" y="6876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3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84602492-5CDF-398B-EC6A-E35FB4FCF761}"/>
              </a:ext>
            </a:extLst>
          </p:cNvPr>
          <p:cNvSpPr/>
          <p:nvPr userDrawn="1"/>
        </p:nvSpPr>
        <p:spPr>
          <a:xfrm rot="-141864">
            <a:off x="14451248" y="1470955"/>
            <a:ext cx="3024223" cy="2644820"/>
          </a:xfrm>
          <a:custGeom>
            <a:avLst/>
            <a:gdLst/>
            <a:ahLst/>
            <a:cxnLst/>
            <a:rect l="l" t="t" r="r" b="b"/>
            <a:pathLst>
              <a:path w="3024223" h="2644820">
                <a:moveTo>
                  <a:pt x="0" y="0"/>
                </a:moveTo>
                <a:lnTo>
                  <a:pt x="3024223" y="0"/>
                </a:lnTo>
                <a:lnTo>
                  <a:pt x="3024223" y="2644821"/>
                </a:lnTo>
                <a:lnTo>
                  <a:pt x="0" y="2644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342" y="4686300"/>
            <a:ext cx="4495800" cy="3886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0F152B6-004E-B91B-6A96-2F2CACC20164}"/>
              </a:ext>
            </a:extLst>
          </p:cNvPr>
          <p:cNvSpPr/>
          <p:nvPr userDrawn="1"/>
        </p:nvSpPr>
        <p:spPr>
          <a:xfrm rot="20161618">
            <a:off x="830123" y="500096"/>
            <a:ext cx="3236175" cy="3648009"/>
          </a:xfrm>
          <a:custGeom>
            <a:avLst/>
            <a:gdLst/>
            <a:ahLst/>
            <a:cxnLst/>
            <a:rect l="l" t="t" r="r" b="b"/>
            <a:pathLst>
              <a:path w="6139036" h="6876720">
                <a:moveTo>
                  <a:pt x="0" y="0"/>
                </a:moveTo>
                <a:lnTo>
                  <a:pt x="6139036" y="0"/>
                </a:lnTo>
                <a:lnTo>
                  <a:pt x="6139036" y="6876720"/>
                </a:lnTo>
                <a:lnTo>
                  <a:pt x="0" y="6876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1028700"/>
            <a:ext cx="12039600" cy="8839200"/>
          </a:xfrm>
          <a:prstGeom prst="rect">
            <a:avLst/>
          </a:prstGeom>
        </p:spPr>
        <p:txBody>
          <a:bodyPr numCol="2"/>
          <a:lstStyle>
            <a:lvl1pPr>
              <a:lnSpc>
                <a:spcPct val="150000"/>
              </a:lnSpc>
              <a:defRPr sz="3000" b="1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80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CCCEB110-C52D-64E3-9DE3-7FB06CB6C881}"/>
              </a:ext>
            </a:extLst>
          </p:cNvPr>
          <p:cNvSpPr/>
          <p:nvPr userDrawn="1"/>
        </p:nvSpPr>
        <p:spPr>
          <a:xfrm>
            <a:off x="-36095" y="-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75" t="-17316" b="-674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E35D37D-8E30-72D8-1EDA-F8F1A7CD5060}"/>
              </a:ext>
            </a:extLst>
          </p:cNvPr>
          <p:cNvSpPr/>
          <p:nvPr userDrawn="1"/>
        </p:nvSpPr>
        <p:spPr>
          <a:xfrm>
            <a:off x="116305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75" t="-17316" b="-674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C46C0BF-AB69-89DB-950F-334F4E12A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3800" y="2933700"/>
            <a:ext cx="10515600" cy="4114800"/>
          </a:xfrm>
        </p:spPr>
        <p:txBody>
          <a:bodyPr/>
          <a:lstStyle>
            <a:lvl1pPr>
              <a:defRPr sz="9600">
                <a:solidFill>
                  <a:srgbClr val="FFC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FB179AF-2B20-23CB-464C-6999097E2866}"/>
              </a:ext>
            </a:extLst>
          </p:cNvPr>
          <p:cNvSpPr/>
          <p:nvPr userDrawn="1"/>
        </p:nvSpPr>
        <p:spPr>
          <a:xfrm rot="-141864">
            <a:off x="981161" y="6881156"/>
            <a:ext cx="3024223" cy="2644820"/>
          </a:xfrm>
          <a:custGeom>
            <a:avLst/>
            <a:gdLst/>
            <a:ahLst/>
            <a:cxnLst/>
            <a:rect l="l" t="t" r="r" b="b"/>
            <a:pathLst>
              <a:path w="3024223" h="2644820">
                <a:moveTo>
                  <a:pt x="0" y="0"/>
                </a:moveTo>
                <a:lnTo>
                  <a:pt x="3024223" y="0"/>
                </a:lnTo>
                <a:lnTo>
                  <a:pt x="3024223" y="2644821"/>
                </a:lnTo>
                <a:lnTo>
                  <a:pt x="0" y="26448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C29BF6AB-4969-2105-6396-99C926C87FBA}"/>
              </a:ext>
            </a:extLst>
          </p:cNvPr>
          <p:cNvSpPr/>
          <p:nvPr userDrawn="1"/>
        </p:nvSpPr>
        <p:spPr>
          <a:xfrm rot="2020003">
            <a:off x="14039067" y="-26071"/>
            <a:ext cx="3800341" cy="4239731"/>
          </a:xfrm>
          <a:custGeom>
            <a:avLst/>
            <a:gdLst/>
            <a:ahLst/>
            <a:cxnLst/>
            <a:rect l="l" t="t" r="r" b="b"/>
            <a:pathLst>
              <a:path w="3800341" h="4239731">
                <a:moveTo>
                  <a:pt x="0" y="0"/>
                </a:moveTo>
                <a:lnTo>
                  <a:pt x="3800342" y="0"/>
                </a:lnTo>
                <a:lnTo>
                  <a:pt x="3800342" y="4239731"/>
                </a:lnTo>
                <a:lnTo>
                  <a:pt x="0" y="4239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">
            <a:extLst>
              <a:ext uri="{FF2B5EF4-FFF2-40B4-BE49-F238E27FC236}">
                <a16:creationId xmlns:a16="http://schemas.microsoft.com/office/drawing/2014/main" id="{4DBB3D57-A330-590F-4249-59B25C34A480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7" r:id="rId4"/>
    <p:sldLayoutId id="2147483673" r:id="rId5"/>
    <p:sldLayoutId id="2147483672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5400" b="1" kern="1200">
          <a:solidFill>
            <a:srgbClr val="FFC000"/>
          </a:solidFill>
          <a:latin typeface="Dreaming Outloud Script Pro" panose="03050502040304050704" pitchFamily="66" charset="77"/>
          <a:ea typeface="+mj-ea"/>
          <a:cs typeface="Dreaming Outloud Script Pro" panose="03050502040304050704" pitchFamily="66" charset="77"/>
        </a:defRPr>
      </a:lvl1pPr>
    </p:titleStyle>
    <p:bodyStyle>
      <a:lvl1pPr marL="457200" indent="-457200" algn="l" defTabSz="914400" rtl="0" eaLnBrk="1" latinLnBrk="0" hangingPunct="1">
        <a:lnSpc>
          <a:spcPct val="150000"/>
        </a:lnSpc>
        <a:spcBef>
          <a:spcPct val="20000"/>
        </a:spcBef>
        <a:buClr>
          <a:srgbClr val="FFFF00"/>
        </a:buClr>
        <a:buFont typeface="Wingdings" pitchFamily="2" charset="2"/>
        <a:buChar char="ü"/>
        <a:defRPr sz="3200" kern="1200">
          <a:solidFill>
            <a:schemeClr val="accent6">
              <a:lumMod val="75000"/>
            </a:schemeClr>
          </a:solidFill>
          <a:latin typeface="Curlz MT" pitchFamily="82" charset="77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Dreaming Outloud Script Pro</vt:lpstr>
      <vt:lpstr>Wingdings</vt:lpstr>
      <vt:lpstr>Curlz MT</vt:lpstr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anjaananju71@gmail.com</cp:lastModifiedBy>
  <cp:revision>10</cp:revision>
  <dcterms:created xsi:type="dcterms:W3CDTF">2006-08-16T00:00:00Z</dcterms:created>
  <dcterms:modified xsi:type="dcterms:W3CDTF">2025-12-23T18:52:56Z</dcterms:modified>
  <dc:identifier>DAG7lG08wj0</dc:identifier>
</cp:coreProperties>
</file>