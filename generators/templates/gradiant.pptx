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Sz cx="18288000" cy="10287000"/>
  <p:notesSz cx="6858000" cy="9144000"/>
  <p:embeddedFontLst>
    <p:embeddedFont>
      <p:font typeface="Corbel" panose="020B0503020204020204" pitchFamily="34" charset="0"/>
      <p:regular r:id="rId2"/>
      <p:bold r:id="rId3"/>
      <p:italic r:id="rId4"/>
      <p:boldItalic r:id="rId5"/>
    </p:embeddedFont>
    <p:embeddedFont>
      <p:font typeface="Felix Titling" pitchFamily="82" charset="77"/>
      <p:regular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33242" autoAdjust="0"/>
    <p:restoredTop sz="94606" autoAdjust="0"/>
  </p:normalViewPr>
  <p:slideViewPr>
    <p:cSldViewPr>
      <p:cViewPr varScale="1">
        <p:scale>
          <a:sx n="49" d="100"/>
          <a:sy n="49" d="100"/>
        </p:scale>
        <p:origin x="224" y="1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font" Target="fonts/font2.fntdata"/><Relationship Id="rId7" Type="http://schemas.openxmlformats.org/officeDocument/2006/relationships/presProps" Target="presProps.xml"/><Relationship Id="rId2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font" Target="fonts/font5.fntdata"/><Relationship Id="rId5" Type="http://schemas.openxmlformats.org/officeDocument/2006/relationships/font" Target="fonts/font4.fntdata"/><Relationship Id="rId10" Type="http://schemas.openxmlformats.org/officeDocument/2006/relationships/tableStyles" Target="tableStyles.xml"/><Relationship Id="rId4" Type="http://schemas.openxmlformats.org/officeDocument/2006/relationships/font" Target="fonts/font3.fntdata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3">
            <a:extLst>
              <a:ext uri="{FF2B5EF4-FFF2-40B4-BE49-F238E27FC236}">
                <a16:creationId xmlns:a16="http://schemas.microsoft.com/office/drawing/2014/main" id="{53924DAD-F2E6-F743-C47E-B94B636A2B44}"/>
              </a:ext>
            </a:extLst>
          </p:cNvPr>
          <p:cNvSpPr/>
          <p:nvPr userDrawn="1"/>
        </p:nvSpPr>
        <p:spPr>
          <a:xfrm rot="1625605" flipH="1">
            <a:off x="-3445476" y="5657421"/>
            <a:ext cx="15002882" cy="7070769"/>
          </a:xfrm>
          <a:custGeom>
            <a:avLst/>
            <a:gdLst/>
            <a:ahLst/>
            <a:cxnLst/>
            <a:rect l="l" t="t" r="r" b="b"/>
            <a:pathLst>
              <a:path w="6704769" h="5449148">
                <a:moveTo>
                  <a:pt x="6704769" y="0"/>
                </a:moveTo>
                <a:lnTo>
                  <a:pt x="0" y="0"/>
                </a:lnTo>
                <a:lnTo>
                  <a:pt x="0" y="5449149"/>
                </a:lnTo>
                <a:lnTo>
                  <a:pt x="6704769" y="5449149"/>
                </a:lnTo>
                <a:lnTo>
                  <a:pt x="670476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394B0CAE-BA28-65AB-8F64-BF2280A81DE7}"/>
              </a:ext>
            </a:extLst>
          </p:cNvPr>
          <p:cNvSpPr/>
          <p:nvPr userDrawn="1"/>
        </p:nvSpPr>
        <p:spPr>
          <a:xfrm rot="-9013900" flipH="1">
            <a:off x="13254756" y="-1582962"/>
            <a:ext cx="6704769" cy="5449148"/>
          </a:xfrm>
          <a:custGeom>
            <a:avLst/>
            <a:gdLst/>
            <a:ahLst/>
            <a:cxnLst/>
            <a:rect l="l" t="t" r="r" b="b"/>
            <a:pathLst>
              <a:path w="6704769" h="5449148">
                <a:moveTo>
                  <a:pt x="6704769" y="0"/>
                </a:moveTo>
                <a:lnTo>
                  <a:pt x="0" y="0"/>
                </a:lnTo>
                <a:lnTo>
                  <a:pt x="0" y="5449149"/>
                </a:lnTo>
                <a:lnTo>
                  <a:pt x="6704769" y="5449149"/>
                </a:lnTo>
                <a:lnTo>
                  <a:pt x="670476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27729" y="1790700"/>
            <a:ext cx="11582400" cy="2185523"/>
          </a:xfrm>
        </p:spPr>
        <p:txBody>
          <a:bodyPr/>
          <a:lstStyle>
            <a:lvl1pPr algn="l">
              <a:defRPr sz="8000"/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9096" y="5039654"/>
            <a:ext cx="8354703" cy="3644672"/>
          </a:xfrm>
        </p:spPr>
        <p:txBody>
          <a:bodyPr numCol="1"/>
          <a:lstStyle>
            <a:lvl1pPr marL="0" indent="0" algn="ctr" rtl="0">
              <a:buNone/>
              <a:defRPr sz="2800" baseline="0">
                <a:solidFill>
                  <a:schemeClr val="bg1"/>
                </a:solidFill>
                <a:latin typeface="Felix Titling" pitchFamily="82" charset="7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26" name="AutoShape 10">
            <a:extLst>
              <a:ext uri="{FF2B5EF4-FFF2-40B4-BE49-F238E27FC236}">
                <a16:creationId xmlns:a16="http://schemas.microsoft.com/office/drawing/2014/main" id="{4B063E5E-05F8-E0F6-E1C7-A9F6E7C55F21}"/>
              </a:ext>
            </a:extLst>
          </p:cNvPr>
          <p:cNvSpPr/>
          <p:nvPr userDrawn="1"/>
        </p:nvSpPr>
        <p:spPr>
          <a:xfrm>
            <a:off x="2209800" y="4686300"/>
            <a:ext cx="12764226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4484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3">
            <a:extLst>
              <a:ext uri="{FF2B5EF4-FFF2-40B4-BE49-F238E27FC236}">
                <a16:creationId xmlns:a16="http://schemas.microsoft.com/office/drawing/2014/main" id="{385DA819-6575-60CD-E568-AA8A5AB735C4}"/>
              </a:ext>
            </a:extLst>
          </p:cNvPr>
          <p:cNvSpPr/>
          <p:nvPr userDrawn="1"/>
        </p:nvSpPr>
        <p:spPr>
          <a:xfrm rot="1625605" flipH="1">
            <a:off x="-4873348" y="-3317581"/>
            <a:ext cx="19267483" cy="13357599"/>
          </a:xfrm>
          <a:custGeom>
            <a:avLst/>
            <a:gdLst/>
            <a:ahLst/>
            <a:cxnLst/>
            <a:rect l="l" t="t" r="r" b="b"/>
            <a:pathLst>
              <a:path w="6704769" h="5449148">
                <a:moveTo>
                  <a:pt x="6704769" y="0"/>
                </a:moveTo>
                <a:lnTo>
                  <a:pt x="0" y="0"/>
                </a:lnTo>
                <a:lnTo>
                  <a:pt x="0" y="5449149"/>
                </a:lnTo>
                <a:lnTo>
                  <a:pt x="6704769" y="5449149"/>
                </a:lnTo>
                <a:lnTo>
                  <a:pt x="670476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3086100"/>
            <a:ext cx="5410200" cy="281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65770" y="1417638"/>
            <a:ext cx="8436430" cy="7688262"/>
          </a:xfrm>
        </p:spPr>
        <p:txBody>
          <a:bodyPr numCol="1" anchor="ctr"/>
          <a:lstStyle>
            <a:lvl1pPr algn="l" fontAlgn="ctr" hangingPunct="1">
              <a:buFont typeface="Courier New" panose="02070309020205020404" pitchFamily="49" charset="0"/>
              <a:buChar char="o"/>
              <a:defRPr lang="en-US" sz="2800" dirty="0" smtClean="0">
                <a:latin typeface="Felix Titling" pitchFamily="82" charset="77"/>
              </a:defRPr>
            </a:lvl1pPr>
            <a:lvl2pPr>
              <a:defRPr>
                <a:latin typeface="Segoe Print" panose="02000800000000000000" pitchFamily="2" charset="0"/>
              </a:defRPr>
            </a:lvl2pPr>
            <a:lvl8pPr>
              <a:defRPr sz="3600">
                <a:latin typeface="Segoe Print" panose="02000800000000000000" pitchFamily="2" charset="0"/>
              </a:defRPr>
            </a:lvl8pPr>
          </a:lstStyle>
          <a:p>
            <a:pPr lvl="0"/>
            <a:endParaRPr lang="en-US" baseline="0" dirty="0">
              <a:latin typeface="+mj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D95002-4AB7-AC1C-4300-52A29EA5971A}"/>
              </a:ext>
            </a:extLst>
          </p:cNvPr>
          <p:cNvSpPr/>
          <p:nvPr userDrawn="1"/>
        </p:nvSpPr>
        <p:spPr>
          <a:xfrm>
            <a:off x="2133600" y="2933700"/>
            <a:ext cx="5562600" cy="3048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716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3">
            <a:extLst>
              <a:ext uri="{FF2B5EF4-FFF2-40B4-BE49-F238E27FC236}">
                <a16:creationId xmlns:a16="http://schemas.microsoft.com/office/drawing/2014/main" id="{5FF5CDDA-7B5A-E28A-1EB5-18BE77B557C6}"/>
              </a:ext>
            </a:extLst>
          </p:cNvPr>
          <p:cNvSpPr/>
          <p:nvPr userDrawn="1"/>
        </p:nvSpPr>
        <p:spPr>
          <a:xfrm rot="1625605" flipH="1">
            <a:off x="1399706" y="1566935"/>
            <a:ext cx="15002882" cy="9405241"/>
          </a:xfrm>
          <a:custGeom>
            <a:avLst/>
            <a:gdLst/>
            <a:ahLst/>
            <a:cxnLst/>
            <a:rect l="l" t="t" r="r" b="b"/>
            <a:pathLst>
              <a:path w="6704769" h="5449148">
                <a:moveTo>
                  <a:pt x="6704769" y="0"/>
                </a:moveTo>
                <a:lnTo>
                  <a:pt x="0" y="0"/>
                </a:lnTo>
                <a:lnTo>
                  <a:pt x="0" y="5449149"/>
                </a:lnTo>
                <a:lnTo>
                  <a:pt x="6704769" y="5449149"/>
                </a:lnTo>
                <a:lnTo>
                  <a:pt x="670476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1632F926-96CF-07E7-C497-9B597CDB8053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7107996" y="219013"/>
            <a:ext cx="4038600" cy="4924487"/>
          </a:xfr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8000">
                  <a:schemeClr val="accent1">
                    <a:lumMod val="45000"/>
                    <a:lumOff val="55000"/>
                  </a:schemeClr>
                </a:gs>
                <a:gs pos="48000">
                  <a:schemeClr val="accent1">
                    <a:lumMod val="45000"/>
                    <a:lumOff val="55000"/>
                  </a:schemeClr>
                </a:gs>
                <a:gs pos="100000">
                  <a:schemeClr val="tx2"/>
                </a:gs>
              </a:gsLst>
              <a:lin ang="5400000" scaled="1"/>
            </a:gradFill>
          </a:ln>
        </p:spPr>
        <p:txBody>
          <a:bodyPr/>
          <a:lstStyle>
            <a:lvl1pPr algn="l">
              <a:buFont typeface="Courier New" panose="02070309020205020404" pitchFamily="49" charset="0"/>
              <a:buChar char="o"/>
              <a:defRPr sz="2000"/>
            </a:lvl1pPr>
            <a:lvl2pPr algn="ctr" fontAlgn="ctr"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3199" y="5829300"/>
            <a:ext cx="5367407" cy="3581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01600" y="5110655"/>
            <a:ext cx="4038600" cy="4882282"/>
          </a:xfr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8000">
                  <a:schemeClr val="accent1">
                    <a:lumMod val="45000"/>
                    <a:lumOff val="55000"/>
                  </a:schemeClr>
                </a:gs>
                <a:gs pos="48000">
                  <a:schemeClr val="accent1">
                    <a:lumMod val="45000"/>
                    <a:lumOff val="55000"/>
                  </a:schemeClr>
                </a:gs>
                <a:gs pos="100000">
                  <a:schemeClr val="tx2"/>
                </a:gs>
              </a:gsLst>
              <a:lin ang="5400000" scaled="1"/>
            </a:gradFill>
          </a:ln>
        </p:spPr>
        <p:txBody>
          <a:bodyPr/>
          <a:lstStyle>
            <a:lvl1pPr algn="l">
              <a:buFont typeface="Courier New" panose="02070309020205020404" pitchFamily="49" charset="0"/>
              <a:buChar char="o"/>
              <a:defRPr sz="2000"/>
            </a:lvl1pPr>
            <a:lvl2pPr>
              <a:defRPr sz="2400"/>
            </a:lvl2pPr>
            <a:lvl3pPr>
              <a:defRPr sz="2000"/>
            </a:lvl3pPr>
            <a:lvl4pPr algn="ctr" fontAlgn="ctr"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19C4C0A3-131C-4A61-CF90-F6E5D632DEB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1075433" y="4758825"/>
            <a:ext cx="4038600" cy="4882282"/>
          </a:xfr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8000">
                  <a:schemeClr val="accent1">
                    <a:lumMod val="45000"/>
                    <a:lumOff val="55000"/>
                  </a:schemeClr>
                </a:gs>
                <a:gs pos="48000">
                  <a:schemeClr val="accent1">
                    <a:lumMod val="45000"/>
                    <a:lumOff val="55000"/>
                  </a:schemeClr>
                </a:gs>
                <a:gs pos="100000">
                  <a:schemeClr val="tx2"/>
                </a:gs>
              </a:gsLst>
              <a:lin ang="5400000" scaled="1"/>
            </a:gradFill>
          </a:ln>
        </p:spPr>
        <p:txBody>
          <a:bodyPr/>
          <a:lstStyle>
            <a:lvl1pPr algn="l">
              <a:buFont typeface="Courier New" panose="02070309020205020404" pitchFamily="49" charset="0"/>
              <a:buChar char="o"/>
              <a:defRPr sz="2000"/>
            </a:lvl1pPr>
            <a:lvl2pPr algn="ctr" fontAlgn="ctr"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308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">
            <a:extLst>
              <a:ext uri="{FF2B5EF4-FFF2-40B4-BE49-F238E27FC236}">
                <a16:creationId xmlns:a16="http://schemas.microsoft.com/office/drawing/2014/main" id="{D0B25CE2-9955-B37E-8070-DF5A0D2250ED}"/>
              </a:ext>
            </a:extLst>
          </p:cNvPr>
          <p:cNvSpPr/>
          <p:nvPr userDrawn="1"/>
        </p:nvSpPr>
        <p:spPr>
          <a:xfrm rot="1625605" flipH="1">
            <a:off x="-4392236" y="-1608990"/>
            <a:ext cx="17471275" cy="15037534"/>
          </a:xfrm>
          <a:custGeom>
            <a:avLst/>
            <a:gdLst/>
            <a:ahLst/>
            <a:cxnLst/>
            <a:rect l="l" t="t" r="r" b="b"/>
            <a:pathLst>
              <a:path w="6704769" h="5449148">
                <a:moveTo>
                  <a:pt x="6704769" y="0"/>
                </a:moveTo>
                <a:lnTo>
                  <a:pt x="0" y="0"/>
                </a:lnTo>
                <a:lnTo>
                  <a:pt x="0" y="5449149"/>
                </a:lnTo>
                <a:lnTo>
                  <a:pt x="6704769" y="5449149"/>
                </a:lnTo>
                <a:lnTo>
                  <a:pt x="670476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763000" y="3316704"/>
            <a:ext cx="9220200" cy="5638800"/>
          </a:xfrm>
          <a:prstGeom prst="parallelogram">
            <a:avLst>
              <a:gd name="adj" fmla="val 16797"/>
            </a:avLst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5D74C487-00FF-6EB3-2BB0-BEB75AD96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981" y="1104900"/>
            <a:ext cx="6824037" cy="16808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CF81F814-A9C6-5F51-908E-386E25AFD90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9662" y="3263364"/>
            <a:ext cx="7976620" cy="5638800"/>
          </a:xfrm>
        </p:spPr>
        <p:txBody>
          <a:bodyPr/>
          <a:lstStyle>
            <a:lvl1pPr algn="l">
              <a:lnSpc>
                <a:spcPct val="100000"/>
              </a:lnSpc>
              <a:buFont typeface="Courier New" panose="02070309020205020404" pitchFamily="49" charset="0"/>
              <a:buChar char="o"/>
              <a:defRPr sz="2400" baseline="0">
                <a:latin typeface="Felix Titling" pitchFamily="82" charset="77"/>
              </a:defRPr>
            </a:lvl1pPr>
            <a:lvl5pPr algn="ctr" fontAlgn="ctr">
              <a:defRPr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574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FB6BA7A7-7B5A-0945-EB60-341B3A0EE687}"/>
              </a:ext>
            </a:extLst>
          </p:cNvPr>
          <p:cNvSpPr/>
          <p:nvPr userDrawn="1"/>
        </p:nvSpPr>
        <p:spPr>
          <a:xfrm flipH="1">
            <a:off x="-5584060" y="1866900"/>
            <a:ext cx="23872060" cy="7070769"/>
          </a:xfrm>
          <a:custGeom>
            <a:avLst/>
            <a:gdLst/>
            <a:ahLst/>
            <a:cxnLst/>
            <a:rect l="l" t="t" r="r" b="b"/>
            <a:pathLst>
              <a:path w="6704769" h="5449148">
                <a:moveTo>
                  <a:pt x="6704769" y="0"/>
                </a:moveTo>
                <a:lnTo>
                  <a:pt x="0" y="0"/>
                </a:lnTo>
                <a:lnTo>
                  <a:pt x="0" y="5449149"/>
                </a:lnTo>
                <a:lnTo>
                  <a:pt x="6704769" y="5449149"/>
                </a:lnTo>
                <a:lnTo>
                  <a:pt x="670476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3CAC1E-B346-5180-0F17-46243A834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082481"/>
            <a:ext cx="8537214" cy="1143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B8B0559B-3FC6-B74B-075A-947C79BED1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00400" y="2758880"/>
            <a:ext cx="14478000" cy="7070757"/>
          </a:xfrm>
        </p:spPr>
        <p:txBody>
          <a:bodyPr numCol="1">
            <a:noAutofit/>
          </a:bodyPr>
          <a:lstStyle>
            <a:lvl1pPr>
              <a:lnSpc>
                <a:spcPct val="150000"/>
              </a:lnSpc>
              <a:buFont typeface="Courier New" panose="02070309020205020404" pitchFamily="49" charset="0"/>
              <a:buChar char="o"/>
              <a:defRPr lang="en-US" sz="2800" dirty="0">
                <a:latin typeface="Felix Titling" pitchFamily="82" charset="77"/>
              </a:defRPr>
            </a:lvl1pPr>
            <a:lvl2pPr algn="l">
              <a:buFont typeface="Wingdings" pitchFamily="2" charset="2"/>
              <a:buChar char="q"/>
              <a:defRPr sz="2400"/>
            </a:lvl2pPr>
            <a:lvl3pPr>
              <a:defRPr sz="3600"/>
            </a:lvl3pPr>
            <a:lvl4pPr>
              <a:defRPr sz="3600"/>
            </a:lvl4pPr>
            <a:lvl8pPr>
              <a:defRPr sz="3600"/>
            </a:lvl8pPr>
          </a:lstStyle>
          <a:p>
            <a:pPr lvl="0"/>
            <a:endParaRPr lang="en-US" dirty="0"/>
          </a:p>
        </p:txBody>
      </p:sp>
      <p:sp>
        <p:nvSpPr>
          <p:cNvPr id="4" name="AutoShape 10">
            <a:extLst>
              <a:ext uri="{FF2B5EF4-FFF2-40B4-BE49-F238E27FC236}">
                <a16:creationId xmlns:a16="http://schemas.microsoft.com/office/drawing/2014/main" id="{276E52FB-FBE7-1239-6570-C314BB99551A}"/>
              </a:ext>
            </a:extLst>
          </p:cNvPr>
          <p:cNvSpPr/>
          <p:nvPr userDrawn="1"/>
        </p:nvSpPr>
        <p:spPr>
          <a:xfrm>
            <a:off x="1066800" y="2400300"/>
            <a:ext cx="12764226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687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8282DD6D-FCA7-2F6A-F5A8-346B9628ED76}"/>
              </a:ext>
            </a:extLst>
          </p:cNvPr>
          <p:cNvSpPr/>
          <p:nvPr userDrawn="1"/>
        </p:nvSpPr>
        <p:spPr>
          <a:xfrm rot="1625605" flipH="1">
            <a:off x="-3480205" y="5067790"/>
            <a:ext cx="15002882" cy="7070769"/>
          </a:xfrm>
          <a:custGeom>
            <a:avLst/>
            <a:gdLst/>
            <a:ahLst/>
            <a:cxnLst/>
            <a:rect l="l" t="t" r="r" b="b"/>
            <a:pathLst>
              <a:path w="6704769" h="5449148">
                <a:moveTo>
                  <a:pt x="6704769" y="0"/>
                </a:moveTo>
                <a:lnTo>
                  <a:pt x="0" y="0"/>
                </a:lnTo>
                <a:lnTo>
                  <a:pt x="0" y="5449149"/>
                </a:lnTo>
                <a:lnTo>
                  <a:pt x="6704769" y="5449149"/>
                </a:lnTo>
                <a:lnTo>
                  <a:pt x="670476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3CAC1E-B346-5180-0F17-46243A834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482" y="723991"/>
            <a:ext cx="4660835" cy="344960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B8B0559B-3FC6-B74B-075A-947C79BED1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945666" y="723991"/>
            <a:ext cx="11687562" cy="8839017"/>
          </a:xfrm>
        </p:spPr>
        <p:txBody>
          <a:bodyPr numCol="2" anchor="t">
            <a:noAutofit/>
          </a:bodyPr>
          <a:lstStyle>
            <a:lvl1pPr>
              <a:lnSpc>
                <a:spcPct val="150000"/>
              </a:lnSpc>
              <a:buFont typeface="Courier New" panose="02070309020205020404" pitchFamily="49" charset="0"/>
              <a:buChar char="o"/>
              <a:defRPr lang="en-US" sz="2800" b="1" dirty="0">
                <a:latin typeface="Felix Titling" pitchFamily="82" charset="77"/>
              </a:defRPr>
            </a:lvl1pPr>
            <a:lvl2pPr algn="l">
              <a:buFont typeface="Wingdings" pitchFamily="2" charset="2"/>
              <a:buChar char="q"/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  <a:lvl6pPr>
              <a:buFont typeface="Wingdings" pitchFamily="2" charset="2"/>
              <a:buChar char="q"/>
              <a:defRPr sz="4000"/>
            </a:lvl6pPr>
            <a:lvl7pPr>
              <a:buFont typeface="Wingdings" pitchFamily="2" charset="2"/>
              <a:buChar char="q"/>
              <a:defRPr sz="4000"/>
            </a:lvl7pPr>
            <a:lvl8pPr>
              <a:defRPr sz="4000"/>
            </a:lvl8pPr>
            <a:lvl9pPr>
              <a:buFont typeface="Wingdings" pitchFamily="2" charset="2"/>
              <a:buChar char="q"/>
              <a:defRPr sz="4000"/>
            </a:lvl9pPr>
          </a:lstStyle>
          <a:p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5D865A27-A0D0-FECE-AFAF-1D8B22BBA065}"/>
              </a:ext>
            </a:extLst>
          </p:cNvPr>
          <p:cNvSpPr/>
          <p:nvPr userDrawn="1"/>
        </p:nvSpPr>
        <p:spPr>
          <a:xfrm rot="13117756" flipH="1">
            <a:off x="7393809" y="-2377047"/>
            <a:ext cx="15002882" cy="7070769"/>
          </a:xfrm>
          <a:custGeom>
            <a:avLst/>
            <a:gdLst/>
            <a:ahLst/>
            <a:cxnLst/>
            <a:rect l="l" t="t" r="r" b="b"/>
            <a:pathLst>
              <a:path w="6704769" h="5449148">
                <a:moveTo>
                  <a:pt x="6704769" y="0"/>
                </a:moveTo>
                <a:lnTo>
                  <a:pt x="0" y="0"/>
                </a:lnTo>
                <a:lnTo>
                  <a:pt x="0" y="5449149"/>
                </a:lnTo>
                <a:lnTo>
                  <a:pt x="6704769" y="5449149"/>
                </a:lnTo>
                <a:lnTo>
                  <a:pt x="670476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976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0CC19FF4-5E6C-9B9E-97B8-7AB0F69CC6EB}"/>
              </a:ext>
            </a:extLst>
          </p:cNvPr>
          <p:cNvSpPr/>
          <p:nvPr userDrawn="1"/>
        </p:nvSpPr>
        <p:spPr>
          <a:xfrm rot="1625605" flipH="1">
            <a:off x="1290931" y="1477581"/>
            <a:ext cx="13660693" cy="9629569"/>
          </a:xfrm>
          <a:custGeom>
            <a:avLst/>
            <a:gdLst/>
            <a:ahLst/>
            <a:cxnLst/>
            <a:rect l="l" t="t" r="r" b="b"/>
            <a:pathLst>
              <a:path w="6704769" h="5449148">
                <a:moveTo>
                  <a:pt x="6704769" y="0"/>
                </a:moveTo>
                <a:lnTo>
                  <a:pt x="0" y="0"/>
                </a:lnTo>
                <a:lnTo>
                  <a:pt x="0" y="5449149"/>
                </a:lnTo>
                <a:lnTo>
                  <a:pt x="6704769" y="5449149"/>
                </a:lnTo>
                <a:lnTo>
                  <a:pt x="670476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2588559"/>
            <a:ext cx="8896950" cy="5029200"/>
          </a:xfrm>
        </p:spPr>
        <p:txBody>
          <a:bodyPr/>
          <a:lstStyle>
            <a:lvl1pPr>
              <a:defRPr sz="9600"/>
            </a:lvl1pPr>
          </a:lstStyle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0D8A80-9034-7988-37F6-DE0B95701531}"/>
              </a:ext>
            </a:extLst>
          </p:cNvPr>
          <p:cNvSpPr/>
          <p:nvPr userDrawn="1"/>
        </p:nvSpPr>
        <p:spPr>
          <a:xfrm>
            <a:off x="4970704" y="2599765"/>
            <a:ext cx="8896950" cy="50292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86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1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60C6E675-4B97-236A-7F30-51C845EFB4E3}"/>
              </a:ext>
            </a:extLst>
          </p:cNvPr>
          <p:cNvSpPr/>
          <p:nvPr userDrawn="1"/>
        </p:nvSpPr>
        <p:spPr>
          <a:xfrm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9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8686800" cy="12271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716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b="1" i="0" kern="1200" baseline="0">
          <a:solidFill>
            <a:schemeClr val="bg1"/>
          </a:solidFill>
          <a:latin typeface="Felix Titling" panose="04060505060202020A04" pitchFamily="82" charset="77"/>
          <a:ea typeface="+mj-ea"/>
          <a:cs typeface="+mj-cs"/>
        </a:defRPr>
      </a:lvl1pPr>
    </p:titleStyle>
    <p:bodyStyle>
      <a:lvl1pPr marL="742950" indent="-742950" algn="l" defTabSz="914400" rtl="0" eaLnBrk="1" latinLnBrk="0" hangingPunct="1">
        <a:spcBef>
          <a:spcPct val="20000"/>
        </a:spcBef>
        <a:buClr>
          <a:schemeClr val="bg1"/>
        </a:buClr>
        <a:buFont typeface="Courier New" panose="02070309020205020404" pitchFamily="49" charset="0"/>
        <a:buChar char="o"/>
        <a:defRPr lang="en-US" sz="3600" kern="1200" baseline="0" dirty="0">
          <a:solidFill>
            <a:schemeClr val="bg1"/>
          </a:solidFill>
          <a:latin typeface="Felix Titling" pitchFamily="82" charset="77"/>
          <a:ea typeface="+mn-ea"/>
          <a:cs typeface="+mn-cs"/>
        </a:defRPr>
      </a:lvl1pPr>
      <a:lvl2pPr marL="457200" indent="0" algn="ctr" defTabSz="914400" rtl="0" eaLnBrk="1" latinLnBrk="0" hangingPunct="1">
        <a:spcBef>
          <a:spcPct val="20000"/>
        </a:spcBef>
        <a:buFontTx/>
        <a:buNone/>
        <a:defRPr sz="3600" kern="1200">
          <a:solidFill>
            <a:schemeClr val="tx1"/>
          </a:solidFill>
          <a:latin typeface="Segoe Print" panose="02000800000000000000" pitchFamily="2" charset="0"/>
          <a:ea typeface="+mn-ea"/>
          <a:cs typeface="+mn-cs"/>
        </a:defRPr>
      </a:lvl2pPr>
      <a:lvl3pPr marL="914400" indent="0" algn="ctr" defTabSz="914400" rtl="0" eaLnBrk="1" latinLnBrk="0" hangingPunct="1">
        <a:spcBef>
          <a:spcPct val="20000"/>
        </a:spcBef>
        <a:buFontTx/>
        <a:buNone/>
        <a:defRPr sz="3600" b="0" i="1" kern="1200" baseline="0">
          <a:solidFill>
            <a:schemeClr val="tx1"/>
          </a:solidFill>
          <a:latin typeface="Segoe Print" panose="02000800000000000000" pitchFamily="2" charset="0"/>
          <a:ea typeface="+mn-ea"/>
          <a:cs typeface="+mn-cs"/>
        </a:defRPr>
      </a:lvl3pPr>
      <a:lvl4pPr marL="1371600" indent="0" algn="ctr" defTabSz="914400" rtl="0" eaLnBrk="1" latinLnBrk="0" hangingPunct="1">
        <a:spcBef>
          <a:spcPct val="20000"/>
        </a:spcBef>
        <a:buFontTx/>
        <a:buNone/>
        <a:defRPr sz="3600" kern="1200">
          <a:solidFill>
            <a:schemeClr val="tx1"/>
          </a:solidFill>
          <a:latin typeface="Segoe Print" panose="02000800000000000000" pitchFamily="2" charset="0"/>
          <a:ea typeface="+mn-ea"/>
          <a:cs typeface="+mn-cs"/>
        </a:defRPr>
      </a:lvl4pPr>
      <a:lvl5pPr marL="1828800" indent="0" algn="ctr" defTabSz="914400" rtl="0" eaLnBrk="1" latinLnBrk="0" hangingPunct="1">
        <a:spcBef>
          <a:spcPct val="20000"/>
        </a:spcBef>
        <a:buFontTx/>
        <a:buNone/>
        <a:defRPr sz="3600" kern="1200">
          <a:solidFill>
            <a:schemeClr val="tx1"/>
          </a:solidFill>
          <a:latin typeface="Segoe Print" panose="020008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Segoe Print" panose="02000800000000000000" pitchFamily="2" charset="0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Segoe Print" panose="02000800000000000000" pitchFamily="2" charset="0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7" baseType="lpstr">
      <vt:lpstr>Felix Titling</vt:lpstr>
      <vt:lpstr>Wingdings</vt:lpstr>
      <vt:lpstr>Corbel</vt:lpstr>
      <vt:lpstr>Courier New</vt:lpstr>
      <vt:lpstr>Segoe Print</vt:lpstr>
      <vt:lpstr>Arial</vt:lpstr>
      <vt:lpstr>1_Office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anjaananju71@gmail.com</cp:lastModifiedBy>
  <cp:revision>9</cp:revision>
  <dcterms:created xsi:type="dcterms:W3CDTF">2006-08-16T00:00:00Z</dcterms:created>
  <dcterms:modified xsi:type="dcterms:W3CDTF">2025-12-23T19:18:25Z</dcterms:modified>
  <dc:identifier>DAG7lG08wj0</dc:identifier>
</cp:coreProperties>
</file>